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1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9A1212-7173-48D7-A218-267B2093C0E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0840AD5-2313-414E-80CC-F6A17DF146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High Precision and Accuracy: </a:t>
          </a:r>
          <a:r>
            <a:rPr lang="en-US"/>
            <a:t>Unlike manual counting, AI models (like CNNs) can process pixels at a granular level, reducing human error.</a:t>
          </a:r>
        </a:p>
      </dgm:t>
    </dgm:pt>
    <dgm:pt modelId="{8FCF7DF2-CF5E-4759-96CE-5BFCD6D808B5}" type="parTrans" cxnId="{97B19D15-8B07-4232-A764-5E5BB8F7AA5C}">
      <dgm:prSet/>
      <dgm:spPr/>
      <dgm:t>
        <a:bodyPr/>
        <a:lstStyle/>
        <a:p>
          <a:endParaRPr lang="en-US"/>
        </a:p>
      </dgm:t>
    </dgm:pt>
    <dgm:pt modelId="{21E8D995-F0B7-4CB0-BF09-5826354CF55F}" type="sibTrans" cxnId="{97B19D15-8B07-4232-A764-5E5BB8F7AA5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9EDC3EB-D283-468E-A942-18AD5AF8D7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Real-Time Processing &amp; Automation: </a:t>
          </a:r>
          <a:r>
            <a:rPr lang="en-US"/>
            <a:t>The system operates at high speeds (measured in </a:t>
          </a:r>
          <a:r>
            <a:rPr lang="en-US" u="sng"/>
            <a:t>FPS - Frames Per Second</a:t>
          </a:r>
          <a:r>
            <a:rPr lang="en-US"/>
            <a:t>), providing instantaneous data.</a:t>
          </a:r>
        </a:p>
      </dgm:t>
    </dgm:pt>
    <dgm:pt modelId="{137F1243-F4AF-4907-8D71-949AE9EE037C}" type="parTrans" cxnId="{14C0C82C-389E-4CD1-930B-C07B4F7B3261}">
      <dgm:prSet/>
      <dgm:spPr/>
      <dgm:t>
        <a:bodyPr/>
        <a:lstStyle/>
        <a:p>
          <a:endParaRPr lang="en-US"/>
        </a:p>
      </dgm:t>
    </dgm:pt>
    <dgm:pt modelId="{41F69A67-A5ED-4615-B9C7-F81082E2EAAB}" type="sibTrans" cxnId="{14C0C82C-389E-4CD1-930B-C07B4F7B326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2BBE4E-7626-442E-B82F-73303EE148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Data-Driven Insights (Heatmapping): </a:t>
          </a:r>
          <a:r>
            <a:rPr lang="en-US"/>
            <a:t>Beyond just a "number," video analytics can generate Density Heatmaps.</a:t>
          </a:r>
        </a:p>
      </dgm:t>
    </dgm:pt>
    <dgm:pt modelId="{E7E98480-B512-4394-B217-18D468288B63}" type="parTrans" cxnId="{2B137436-9E68-437A-9620-DB44130A76A8}">
      <dgm:prSet/>
      <dgm:spPr/>
      <dgm:t>
        <a:bodyPr/>
        <a:lstStyle/>
        <a:p>
          <a:endParaRPr lang="en-US"/>
        </a:p>
      </dgm:t>
    </dgm:pt>
    <dgm:pt modelId="{560FB100-D20A-42BA-A4E3-F4737B529141}" type="sibTrans" cxnId="{2B137436-9E68-437A-9620-DB44130A76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8C5786-3FD8-4EE9-89C5-165F451B4B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Enhanced Safety &amp; Emergency Response: </a:t>
          </a:r>
          <a:r>
            <a:rPr lang="en-US"/>
            <a:t>The system can be programmed to trigger automated alerts if a specific threshold is reached, preventing stampedes or overcrowding before they happen.</a:t>
          </a:r>
        </a:p>
      </dgm:t>
    </dgm:pt>
    <dgm:pt modelId="{2351D7AF-9A08-4B46-B45E-F27E249D8273}" type="parTrans" cxnId="{5F2BCACA-0DCE-467D-AA05-6B26D17994E8}">
      <dgm:prSet/>
      <dgm:spPr/>
      <dgm:t>
        <a:bodyPr/>
        <a:lstStyle/>
        <a:p>
          <a:endParaRPr lang="en-US"/>
        </a:p>
      </dgm:t>
    </dgm:pt>
    <dgm:pt modelId="{A6CD2875-44D5-41C8-AF9D-A9D29843E9B4}" type="sibTrans" cxnId="{5F2BCACA-0DCE-467D-AA05-6B26D17994E8}">
      <dgm:prSet/>
      <dgm:spPr/>
      <dgm:t>
        <a:bodyPr/>
        <a:lstStyle/>
        <a:p>
          <a:endParaRPr lang="en-US"/>
        </a:p>
      </dgm:t>
    </dgm:pt>
    <dgm:pt modelId="{5E8B2653-D93E-42C5-8759-04B603C26FE8}" type="pres">
      <dgm:prSet presAssocID="{CB9A1212-7173-48D7-A218-267B2093C0E6}" presName="root" presStyleCnt="0">
        <dgm:presLayoutVars>
          <dgm:dir/>
          <dgm:resizeHandles val="exact"/>
        </dgm:presLayoutVars>
      </dgm:prSet>
      <dgm:spPr/>
    </dgm:pt>
    <dgm:pt modelId="{C95A6424-16A3-4848-B63C-686F7B3BE92D}" type="pres">
      <dgm:prSet presAssocID="{CB9A1212-7173-48D7-A218-267B2093C0E6}" presName="container" presStyleCnt="0">
        <dgm:presLayoutVars>
          <dgm:dir/>
          <dgm:resizeHandles val="exact"/>
        </dgm:presLayoutVars>
      </dgm:prSet>
      <dgm:spPr/>
    </dgm:pt>
    <dgm:pt modelId="{D93B3290-8C85-4E45-B8B8-B7D33DC6852D}" type="pres">
      <dgm:prSet presAssocID="{40840AD5-2313-414E-80CC-F6A17DF1466D}" presName="compNode" presStyleCnt="0"/>
      <dgm:spPr/>
    </dgm:pt>
    <dgm:pt modelId="{B21AA199-534F-45A8-B2D3-48890B6E641B}" type="pres">
      <dgm:prSet presAssocID="{40840AD5-2313-414E-80CC-F6A17DF1466D}" presName="iconBgRect" presStyleLbl="bgShp" presStyleIdx="0" presStyleCnt="4"/>
      <dgm:spPr/>
    </dgm:pt>
    <dgm:pt modelId="{0BBDADAD-6E37-443F-8F7F-AC4C298F3F86}" type="pres">
      <dgm:prSet presAssocID="{40840AD5-2313-414E-80CC-F6A17DF146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BB9C5511-9811-4209-B802-AD06EAA1FF25}" type="pres">
      <dgm:prSet presAssocID="{40840AD5-2313-414E-80CC-F6A17DF1466D}" presName="spaceRect" presStyleCnt="0"/>
      <dgm:spPr/>
    </dgm:pt>
    <dgm:pt modelId="{4093B1B5-573D-4612-A764-41985A73673E}" type="pres">
      <dgm:prSet presAssocID="{40840AD5-2313-414E-80CC-F6A17DF1466D}" presName="textRect" presStyleLbl="revTx" presStyleIdx="0" presStyleCnt="4">
        <dgm:presLayoutVars>
          <dgm:chMax val="1"/>
          <dgm:chPref val="1"/>
        </dgm:presLayoutVars>
      </dgm:prSet>
      <dgm:spPr/>
    </dgm:pt>
    <dgm:pt modelId="{727BB62D-7139-4E23-9969-71D49D0FD8B5}" type="pres">
      <dgm:prSet presAssocID="{21E8D995-F0B7-4CB0-BF09-5826354CF55F}" presName="sibTrans" presStyleLbl="sibTrans2D1" presStyleIdx="0" presStyleCnt="0"/>
      <dgm:spPr/>
    </dgm:pt>
    <dgm:pt modelId="{29D32D8E-B8FD-4EF3-AE46-77090A5ADFC8}" type="pres">
      <dgm:prSet presAssocID="{E9EDC3EB-D283-468E-A942-18AD5AF8D7F6}" presName="compNode" presStyleCnt="0"/>
      <dgm:spPr/>
    </dgm:pt>
    <dgm:pt modelId="{C74D9A0E-E672-4A90-847E-B7E75D2CD967}" type="pres">
      <dgm:prSet presAssocID="{E9EDC3EB-D283-468E-A942-18AD5AF8D7F6}" presName="iconBgRect" presStyleLbl="bgShp" presStyleIdx="1" presStyleCnt="4"/>
      <dgm:spPr/>
    </dgm:pt>
    <dgm:pt modelId="{84DBD26C-2234-4EE3-B9EA-BBFC954CEFD2}" type="pres">
      <dgm:prSet presAssocID="{E9EDC3EB-D283-468E-A942-18AD5AF8D7F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E4CAA40-983A-4011-881A-C623A1CAEDEE}" type="pres">
      <dgm:prSet presAssocID="{E9EDC3EB-D283-468E-A942-18AD5AF8D7F6}" presName="spaceRect" presStyleCnt="0"/>
      <dgm:spPr/>
    </dgm:pt>
    <dgm:pt modelId="{DA19C78D-432B-449D-A514-A3E177F79E51}" type="pres">
      <dgm:prSet presAssocID="{E9EDC3EB-D283-468E-A942-18AD5AF8D7F6}" presName="textRect" presStyleLbl="revTx" presStyleIdx="1" presStyleCnt="4">
        <dgm:presLayoutVars>
          <dgm:chMax val="1"/>
          <dgm:chPref val="1"/>
        </dgm:presLayoutVars>
      </dgm:prSet>
      <dgm:spPr/>
    </dgm:pt>
    <dgm:pt modelId="{718CD580-22D8-4EB7-9246-33745A61AB15}" type="pres">
      <dgm:prSet presAssocID="{41F69A67-A5ED-4615-B9C7-F81082E2EAAB}" presName="sibTrans" presStyleLbl="sibTrans2D1" presStyleIdx="0" presStyleCnt="0"/>
      <dgm:spPr/>
    </dgm:pt>
    <dgm:pt modelId="{CEC09720-1FB6-4272-8F02-55E443E87902}" type="pres">
      <dgm:prSet presAssocID="{382BBE4E-7626-442E-B82F-73303EE1482A}" presName="compNode" presStyleCnt="0"/>
      <dgm:spPr/>
    </dgm:pt>
    <dgm:pt modelId="{05C51E4A-2724-492A-9E86-AD065B5B29EE}" type="pres">
      <dgm:prSet presAssocID="{382BBE4E-7626-442E-B82F-73303EE1482A}" presName="iconBgRect" presStyleLbl="bgShp" presStyleIdx="2" presStyleCnt="4"/>
      <dgm:spPr/>
    </dgm:pt>
    <dgm:pt modelId="{DF1F4D56-D592-4632-A8DF-B63835495864}" type="pres">
      <dgm:prSet presAssocID="{382BBE4E-7626-442E-B82F-73303EE148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EE95852-1C32-4DCA-9F84-40A8C4D08FA0}" type="pres">
      <dgm:prSet presAssocID="{382BBE4E-7626-442E-B82F-73303EE1482A}" presName="spaceRect" presStyleCnt="0"/>
      <dgm:spPr/>
    </dgm:pt>
    <dgm:pt modelId="{2D22658E-55B6-49B6-9308-036363EB371A}" type="pres">
      <dgm:prSet presAssocID="{382BBE4E-7626-442E-B82F-73303EE1482A}" presName="textRect" presStyleLbl="revTx" presStyleIdx="2" presStyleCnt="4">
        <dgm:presLayoutVars>
          <dgm:chMax val="1"/>
          <dgm:chPref val="1"/>
        </dgm:presLayoutVars>
      </dgm:prSet>
      <dgm:spPr/>
    </dgm:pt>
    <dgm:pt modelId="{127EEBF4-94B7-4401-A066-EBC0705CB6F9}" type="pres">
      <dgm:prSet presAssocID="{560FB100-D20A-42BA-A4E3-F4737B529141}" presName="sibTrans" presStyleLbl="sibTrans2D1" presStyleIdx="0" presStyleCnt="0"/>
      <dgm:spPr/>
    </dgm:pt>
    <dgm:pt modelId="{78F21A1E-1149-49CE-B68B-944458ACE09B}" type="pres">
      <dgm:prSet presAssocID="{478C5786-3FD8-4EE9-89C5-165F451B4B2D}" presName="compNode" presStyleCnt="0"/>
      <dgm:spPr/>
    </dgm:pt>
    <dgm:pt modelId="{D7EA50A5-DAF1-4A2E-8BED-225FF467A2B0}" type="pres">
      <dgm:prSet presAssocID="{478C5786-3FD8-4EE9-89C5-165F451B4B2D}" presName="iconBgRect" presStyleLbl="bgShp" presStyleIdx="3" presStyleCnt="4"/>
      <dgm:spPr/>
    </dgm:pt>
    <dgm:pt modelId="{9313133B-A579-476E-9F1D-05856602EB07}" type="pres">
      <dgm:prSet presAssocID="{478C5786-3FD8-4EE9-89C5-165F451B4B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hino"/>
        </a:ext>
      </dgm:extLst>
    </dgm:pt>
    <dgm:pt modelId="{6206AAC4-9752-4E79-83AB-815DA0EBCD27}" type="pres">
      <dgm:prSet presAssocID="{478C5786-3FD8-4EE9-89C5-165F451B4B2D}" presName="spaceRect" presStyleCnt="0"/>
      <dgm:spPr/>
    </dgm:pt>
    <dgm:pt modelId="{998241C0-2626-402C-AB0C-417CB437A228}" type="pres">
      <dgm:prSet presAssocID="{478C5786-3FD8-4EE9-89C5-165F451B4B2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7B19D15-8B07-4232-A764-5E5BB8F7AA5C}" srcId="{CB9A1212-7173-48D7-A218-267B2093C0E6}" destId="{40840AD5-2313-414E-80CC-F6A17DF1466D}" srcOrd="0" destOrd="0" parTransId="{8FCF7DF2-CF5E-4759-96CE-5BFCD6D808B5}" sibTransId="{21E8D995-F0B7-4CB0-BF09-5826354CF55F}"/>
    <dgm:cxn modelId="{B74FA21C-843C-4E82-9464-86F4E8567D0B}" type="presOf" srcId="{478C5786-3FD8-4EE9-89C5-165F451B4B2D}" destId="{998241C0-2626-402C-AB0C-417CB437A228}" srcOrd="0" destOrd="0" presId="urn:microsoft.com/office/officeart/2018/2/layout/IconCircleList"/>
    <dgm:cxn modelId="{14C0C82C-389E-4CD1-930B-C07B4F7B3261}" srcId="{CB9A1212-7173-48D7-A218-267B2093C0E6}" destId="{E9EDC3EB-D283-468E-A942-18AD5AF8D7F6}" srcOrd="1" destOrd="0" parTransId="{137F1243-F4AF-4907-8D71-949AE9EE037C}" sibTransId="{41F69A67-A5ED-4615-B9C7-F81082E2EAAB}"/>
    <dgm:cxn modelId="{B3039330-14F5-435D-A5A8-5924AEE6DA47}" type="presOf" srcId="{560FB100-D20A-42BA-A4E3-F4737B529141}" destId="{127EEBF4-94B7-4401-A066-EBC0705CB6F9}" srcOrd="0" destOrd="0" presId="urn:microsoft.com/office/officeart/2018/2/layout/IconCircleList"/>
    <dgm:cxn modelId="{2B137436-9E68-437A-9620-DB44130A76A8}" srcId="{CB9A1212-7173-48D7-A218-267B2093C0E6}" destId="{382BBE4E-7626-442E-B82F-73303EE1482A}" srcOrd="2" destOrd="0" parTransId="{E7E98480-B512-4394-B217-18D468288B63}" sibTransId="{560FB100-D20A-42BA-A4E3-F4737B529141}"/>
    <dgm:cxn modelId="{6A364148-3F39-462D-B412-01A3B546DC44}" type="presOf" srcId="{382BBE4E-7626-442E-B82F-73303EE1482A}" destId="{2D22658E-55B6-49B6-9308-036363EB371A}" srcOrd="0" destOrd="0" presId="urn:microsoft.com/office/officeart/2018/2/layout/IconCircleList"/>
    <dgm:cxn modelId="{A67FFD48-C6F8-46AE-AB75-0A50D42C3DCB}" type="presOf" srcId="{E9EDC3EB-D283-468E-A942-18AD5AF8D7F6}" destId="{DA19C78D-432B-449D-A514-A3E177F79E51}" srcOrd="0" destOrd="0" presId="urn:microsoft.com/office/officeart/2018/2/layout/IconCircleList"/>
    <dgm:cxn modelId="{AAE0817F-0C01-4AE2-9CB9-24B917EDF3AC}" type="presOf" srcId="{CB9A1212-7173-48D7-A218-267B2093C0E6}" destId="{5E8B2653-D93E-42C5-8759-04B603C26FE8}" srcOrd="0" destOrd="0" presId="urn:microsoft.com/office/officeart/2018/2/layout/IconCircleList"/>
    <dgm:cxn modelId="{3A408692-C0B8-456A-9FF9-68D6C8C47A51}" type="presOf" srcId="{40840AD5-2313-414E-80CC-F6A17DF1466D}" destId="{4093B1B5-573D-4612-A764-41985A73673E}" srcOrd="0" destOrd="0" presId="urn:microsoft.com/office/officeart/2018/2/layout/IconCircleList"/>
    <dgm:cxn modelId="{5F2BCACA-0DCE-467D-AA05-6B26D17994E8}" srcId="{CB9A1212-7173-48D7-A218-267B2093C0E6}" destId="{478C5786-3FD8-4EE9-89C5-165F451B4B2D}" srcOrd="3" destOrd="0" parTransId="{2351D7AF-9A08-4B46-B45E-F27E249D8273}" sibTransId="{A6CD2875-44D5-41C8-AF9D-A9D29843E9B4}"/>
    <dgm:cxn modelId="{D0BC54D3-B4AA-4A68-B5B0-C17B99D86DDC}" type="presOf" srcId="{41F69A67-A5ED-4615-B9C7-F81082E2EAAB}" destId="{718CD580-22D8-4EB7-9246-33745A61AB15}" srcOrd="0" destOrd="0" presId="urn:microsoft.com/office/officeart/2018/2/layout/IconCircleList"/>
    <dgm:cxn modelId="{738EF0F2-66E6-4C18-8A09-9B4ED41A6EE1}" type="presOf" srcId="{21E8D995-F0B7-4CB0-BF09-5826354CF55F}" destId="{727BB62D-7139-4E23-9969-71D49D0FD8B5}" srcOrd="0" destOrd="0" presId="urn:microsoft.com/office/officeart/2018/2/layout/IconCircleList"/>
    <dgm:cxn modelId="{A1E2AC68-F3F6-4BC5-99CF-22D8FF727F57}" type="presParOf" srcId="{5E8B2653-D93E-42C5-8759-04B603C26FE8}" destId="{C95A6424-16A3-4848-B63C-686F7B3BE92D}" srcOrd="0" destOrd="0" presId="urn:microsoft.com/office/officeart/2018/2/layout/IconCircleList"/>
    <dgm:cxn modelId="{52839C70-8744-44B6-8039-136BFA4EFF2A}" type="presParOf" srcId="{C95A6424-16A3-4848-B63C-686F7B3BE92D}" destId="{D93B3290-8C85-4E45-B8B8-B7D33DC6852D}" srcOrd="0" destOrd="0" presId="urn:microsoft.com/office/officeart/2018/2/layout/IconCircleList"/>
    <dgm:cxn modelId="{F85A82A1-4F3B-40E9-8C88-1D8780F62AB9}" type="presParOf" srcId="{D93B3290-8C85-4E45-B8B8-B7D33DC6852D}" destId="{B21AA199-534F-45A8-B2D3-48890B6E641B}" srcOrd="0" destOrd="0" presId="urn:microsoft.com/office/officeart/2018/2/layout/IconCircleList"/>
    <dgm:cxn modelId="{622B33EE-48FF-4406-8FF7-F579804AA0BE}" type="presParOf" srcId="{D93B3290-8C85-4E45-B8B8-B7D33DC6852D}" destId="{0BBDADAD-6E37-443F-8F7F-AC4C298F3F86}" srcOrd="1" destOrd="0" presId="urn:microsoft.com/office/officeart/2018/2/layout/IconCircleList"/>
    <dgm:cxn modelId="{79EF6617-609F-4F27-9C56-0CA4ECBC4B5A}" type="presParOf" srcId="{D93B3290-8C85-4E45-B8B8-B7D33DC6852D}" destId="{BB9C5511-9811-4209-B802-AD06EAA1FF25}" srcOrd="2" destOrd="0" presId="urn:microsoft.com/office/officeart/2018/2/layout/IconCircleList"/>
    <dgm:cxn modelId="{3943D45C-6CDF-494F-943C-49762F64E673}" type="presParOf" srcId="{D93B3290-8C85-4E45-B8B8-B7D33DC6852D}" destId="{4093B1B5-573D-4612-A764-41985A73673E}" srcOrd="3" destOrd="0" presId="urn:microsoft.com/office/officeart/2018/2/layout/IconCircleList"/>
    <dgm:cxn modelId="{1FFB1F91-B170-41F8-8C24-1FB2E621AC2E}" type="presParOf" srcId="{C95A6424-16A3-4848-B63C-686F7B3BE92D}" destId="{727BB62D-7139-4E23-9969-71D49D0FD8B5}" srcOrd="1" destOrd="0" presId="urn:microsoft.com/office/officeart/2018/2/layout/IconCircleList"/>
    <dgm:cxn modelId="{05BF60BB-2F75-4062-82C5-52FA9941DA41}" type="presParOf" srcId="{C95A6424-16A3-4848-B63C-686F7B3BE92D}" destId="{29D32D8E-B8FD-4EF3-AE46-77090A5ADFC8}" srcOrd="2" destOrd="0" presId="urn:microsoft.com/office/officeart/2018/2/layout/IconCircleList"/>
    <dgm:cxn modelId="{8121D7B8-F3B9-46C5-AB26-9B5D450D6074}" type="presParOf" srcId="{29D32D8E-B8FD-4EF3-AE46-77090A5ADFC8}" destId="{C74D9A0E-E672-4A90-847E-B7E75D2CD967}" srcOrd="0" destOrd="0" presId="urn:microsoft.com/office/officeart/2018/2/layout/IconCircleList"/>
    <dgm:cxn modelId="{6506AFB0-0126-4A33-BA09-C325E3C8B284}" type="presParOf" srcId="{29D32D8E-B8FD-4EF3-AE46-77090A5ADFC8}" destId="{84DBD26C-2234-4EE3-B9EA-BBFC954CEFD2}" srcOrd="1" destOrd="0" presId="urn:microsoft.com/office/officeart/2018/2/layout/IconCircleList"/>
    <dgm:cxn modelId="{53B68DEE-808B-4F5F-995D-1F7B1509E116}" type="presParOf" srcId="{29D32D8E-B8FD-4EF3-AE46-77090A5ADFC8}" destId="{9E4CAA40-983A-4011-881A-C623A1CAEDEE}" srcOrd="2" destOrd="0" presId="urn:microsoft.com/office/officeart/2018/2/layout/IconCircleList"/>
    <dgm:cxn modelId="{000FB541-20E9-4BB9-900C-9E9AC6A73EFB}" type="presParOf" srcId="{29D32D8E-B8FD-4EF3-AE46-77090A5ADFC8}" destId="{DA19C78D-432B-449D-A514-A3E177F79E51}" srcOrd="3" destOrd="0" presId="urn:microsoft.com/office/officeart/2018/2/layout/IconCircleList"/>
    <dgm:cxn modelId="{DFEA47CB-F366-44E8-A995-0FC0ACAA02CA}" type="presParOf" srcId="{C95A6424-16A3-4848-B63C-686F7B3BE92D}" destId="{718CD580-22D8-4EB7-9246-33745A61AB15}" srcOrd="3" destOrd="0" presId="urn:microsoft.com/office/officeart/2018/2/layout/IconCircleList"/>
    <dgm:cxn modelId="{BCD35A9F-F13C-4A41-BB63-7F9DBB373FB9}" type="presParOf" srcId="{C95A6424-16A3-4848-B63C-686F7B3BE92D}" destId="{CEC09720-1FB6-4272-8F02-55E443E87902}" srcOrd="4" destOrd="0" presId="urn:microsoft.com/office/officeart/2018/2/layout/IconCircleList"/>
    <dgm:cxn modelId="{883088C9-2E5C-4B6F-9828-C0894423992B}" type="presParOf" srcId="{CEC09720-1FB6-4272-8F02-55E443E87902}" destId="{05C51E4A-2724-492A-9E86-AD065B5B29EE}" srcOrd="0" destOrd="0" presId="urn:microsoft.com/office/officeart/2018/2/layout/IconCircleList"/>
    <dgm:cxn modelId="{CF9C6948-F9C5-4B95-BD14-C01FFB5C1DEE}" type="presParOf" srcId="{CEC09720-1FB6-4272-8F02-55E443E87902}" destId="{DF1F4D56-D592-4632-A8DF-B63835495864}" srcOrd="1" destOrd="0" presId="urn:microsoft.com/office/officeart/2018/2/layout/IconCircleList"/>
    <dgm:cxn modelId="{9EE82744-229D-45E4-A3A9-7C80B876D193}" type="presParOf" srcId="{CEC09720-1FB6-4272-8F02-55E443E87902}" destId="{8EE95852-1C32-4DCA-9F84-40A8C4D08FA0}" srcOrd="2" destOrd="0" presId="urn:microsoft.com/office/officeart/2018/2/layout/IconCircleList"/>
    <dgm:cxn modelId="{5CD52ADA-2851-4B04-85F2-FBDD49349DAB}" type="presParOf" srcId="{CEC09720-1FB6-4272-8F02-55E443E87902}" destId="{2D22658E-55B6-49B6-9308-036363EB371A}" srcOrd="3" destOrd="0" presId="urn:microsoft.com/office/officeart/2018/2/layout/IconCircleList"/>
    <dgm:cxn modelId="{002391A2-1AE4-403D-B964-B0299402518D}" type="presParOf" srcId="{C95A6424-16A3-4848-B63C-686F7B3BE92D}" destId="{127EEBF4-94B7-4401-A066-EBC0705CB6F9}" srcOrd="5" destOrd="0" presId="urn:microsoft.com/office/officeart/2018/2/layout/IconCircleList"/>
    <dgm:cxn modelId="{8A383FFE-0108-465F-9C88-DC4DA28C21A0}" type="presParOf" srcId="{C95A6424-16A3-4848-B63C-686F7B3BE92D}" destId="{78F21A1E-1149-49CE-B68B-944458ACE09B}" srcOrd="6" destOrd="0" presId="urn:microsoft.com/office/officeart/2018/2/layout/IconCircleList"/>
    <dgm:cxn modelId="{83223571-A5D5-4978-B126-F9E1507F4C0F}" type="presParOf" srcId="{78F21A1E-1149-49CE-B68B-944458ACE09B}" destId="{D7EA50A5-DAF1-4A2E-8BED-225FF467A2B0}" srcOrd="0" destOrd="0" presId="urn:microsoft.com/office/officeart/2018/2/layout/IconCircleList"/>
    <dgm:cxn modelId="{34BDA618-D41C-4813-9FAB-DE4556C39C45}" type="presParOf" srcId="{78F21A1E-1149-49CE-B68B-944458ACE09B}" destId="{9313133B-A579-476E-9F1D-05856602EB07}" srcOrd="1" destOrd="0" presId="urn:microsoft.com/office/officeart/2018/2/layout/IconCircleList"/>
    <dgm:cxn modelId="{17D439A8-9D9F-4FB0-B38C-ECDF881E4062}" type="presParOf" srcId="{78F21A1E-1149-49CE-B68B-944458ACE09B}" destId="{6206AAC4-9752-4E79-83AB-815DA0EBCD27}" srcOrd="2" destOrd="0" presId="urn:microsoft.com/office/officeart/2018/2/layout/IconCircleList"/>
    <dgm:cxn modelId="{310858AC-9D9D-4545-8B74-A0C161E7FA70}" type="presParOf" srcId="{78F21A1E-1149-49CE-B68B-944458ACE09B}" destId="{998241C0-2626-402C-AB0C-417CB437A22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991DE4-EEA0-466D-AF34-E5C4A6A51BD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A31B6E-D5F3-46E6-8513-889D3C37D8D9}">
      <dgm:prSet/>
      <dgm:spPr/>
      <dgm:t>
        <a:bodyPr/>
        <a:lstStyle/>
        <a:p>
          <a:r>
            <a:rPr lang="en-US"/>
            <a:t>Python – 3.10</a:t>
          </a:r>
        </a:p>
      </dgm:t>
    </dgm:pt>
    <dgm:pt modelId="{E168DF65-1182-4629-94AC-6129C9C86E9D}" type="parTrans" cxnId="{8B741FBE-0AC8-49A1-9C6F-02C94618C48E}">
      <dgm:prSet/>
      <dgm:spPr/>
      <dgm:t>
        <a:bodyPr/>
        <a:lstStyle/>
        <a:p>
          <a:endParaRPr lang="en-US"/>
        </a:p>
      </dgm:t>
    </dgm:pt>
    <dgm:pt modelId="{5DA9C5FB-1D34-4F60-85F7-8171255D5580}" type="sibTrans" cxnId="{8B741FBE-0AC8-49A1-9C6F-02C94618C48E}">
      <dgm:prSet/>
      <dgm:spPr/>
      <dgm:t>
        <a:bodyPr/>
        <a:lstStyle/>
        <a:p>
          <a:endParaRPr lang="en-US"/>
        </a:p>
      </dgm:t>
    </dgm:pt>
    <dgm:pt modelId="{5E3BF2A6-B84C-417B-BE88-1E690ED3F8BB}">
      <dgm:prSet/>
      <dgm:spPr/>
      <dgm:t>
        <a:bodyPr/>
        <a:lstStyle/>
        <a:p>
          <a:r>
            <a:rPr lang="en-US"/>
            <a:t>Streamlit </a:t>
          </a:r>
        </a:p>
      </dgm:t>
    </dgm:pt>
    <dgm:pt modelId="{6FBBB421-E807-4D1C-97CC-6987E5E00DE9}" type="parTrans" cxnId="{C04ED40E-1B41-47AE-97F3-E85A297BDB10}">
      <dgm:prSet/>
      <dgm:spPr/>
      <dgm:t>
        <a:bodyPr/>
        <a:lstStyle/>
        <a:p>
          <a:endParaRPr lang="en-US"/>
        </a:p>
      </dgm:t>
    </dgm:pt>
    <dgm:pt modelId="{CE72A47A-D939-4F79-9AF2-8B7356451EC2}" type="sibTrans" cxnId="{C04ED40E-1B41-47AE-97F3-E85A297BDB10}">
      <dgm:prSet/>
      <dgm:spPr/>
      <dgm:t>
        <a:bodyPr/>
        <a:lstStyle/>
        <a:p>
          <a:endParaRPr lang="en-US"/>
        </a:p>
      </dgm:t>
    </dgm:pt>
    <dgm:pt modelId="{A4E849BE-8FD9-4EC9-AF3D-3D514EB8BE13}">
      <dgm:prSet/>
      <dgm:spPr/>
      <dgm:t>
        <a:bodyPr/>
        <a:lstStyle/>
        <a:p>
          <a:r>
            <a:rPr lang="en-US"/>
            <a:t>YOLO V8</a:t>
          </a:r>
        </a:p>
      </dgm:t>
    </dgm:pt>
    <dgm:pt modelId="{D2496138-DCA2-4DD2-A743-F3A70D96DD08}" type="parTrans" cxnId="{C7B29490-A3C3-4F41-9BC8-F747155F1BE9}">
      <dgm:prSet/>
      <dgm:spPr/>
      <dgm:t>
        <a:bodyPr/>
        <a:lstStyle/>
        <a:p>
          <a:endParaRPr lang="en-US"/>
        </a:p>
      </dgm:t>
    </dgm:pt>
    <dgm:pt modelId="{5D1175BB-0D27-413D-B162-9D600720431B}" type="sibTrans" cxnId="{C7B29490-A3C3-4F41-9BC8-F747155F1BE9}">
      <dgm:prSet/>
      <dgm:spPr/>
      <dgm:t>
        <a:bodyPr/>
        <a:lstStyle/>
        <a:p>
          <a:endParaRPr lang="en-US"/>
        </a:p>
      </dgm:t>
    </dgm:pt>
    <dgm:pt modelId="{50966F2D-6F30-4CB1-B14A-6121D0BA9DB7}">
      <dgm:prSet/>
      <dgm:spPr/>
      <dgm:t>
        <a:bodyPr/>
        <a:lstStyle/>
        <a:p>
          <a:r>
            <a:rPr lang="en-US"/>
            <a:t>Computer Vision</a:t>
          </a:r>
        </a:p>
      </dgm:t>
    </dgm:pt>
    <dgm:pt modelId="{01318A81-6626-48B4-9E1A-D463C562B2A4}" type="parTrans" cxnId="{D07CEAC4-5F3D-447B-B277-598CB3AD8AF1}">
      <dgm:prSet/>
      <dgm:spPr/>
      <dgm:t>
        <a:bodyPr/>
        <a:lstStyle/>
        <a:p>
          <a:endParaRPr lang="en-US"/>
        </a:p>
      </dgm:t>
    </dgm:pt>
    <dgm:pt modelId="{FCF4B6D2-52F0-4836-8CEC-E6202B053454}" type="sibTrans" cxnId="{D07CEAC4-5F3D-447B-B277-598CB3AD8AF1}">
      <dgm:prSet/>
      <dgm:spPr/>
      <dgm:t>
        <a:bodyPr/>
        <a:lstStyle/>
        <a:p>
          <a:endParaRPr lang="en-US"/>
        </a:p>
      </dgm:t>
    </dgm:pt>
    <dgm:pt modelId="{A2E264E0-8FE8-4066-8272-7FE4341175C8}">
      <dgm:prSet/>
      <dgm:spPr/>
      <dgm:t>
        <a:bodyPr/>
        <a:lstStyle/>
        <a:p>
          <a:r>
            <a:rPr lang="en-US"/>
            <a:t>Firebase</a:t>
          </a:r>
        </a:p>
      </dgm:t>
    </dgm:pt>
    <dgm:pt modelId="{81F352C7-F2D3-44CA-A633-0116BBD3AEAF}" type="parTrans" cxnId="{83EE56AD-304A-4D8F-86EE-2B478FDA9FB0}">
      <dgm:prSet/>
      <dgm:spPr/>
      <dgm:t>
        <a:bodyPr/>
        <a:lstStyle/>
        <a:p>
          <a:endParaRPr lang="en-US"/>
        </a:p>
      </dgm:t>
    </dgm:pt>
    <dgm:pt modelId="{38F2140A-4849-4FB7-8A33-AC0EA90BBD4F}" type="sibTrans" cxnId="{83EE56AD-304A-4D8F-86EE-2B478FDA9FB0}">
      <dgm:prSet/>
      <dgm:spPr/>
      <dgm:t>
        <a:bodyPr/>
        <a:lstStyle/>
        <a:p>
          <a:endParaRPr lang="en-US"/>
        </a:p>
      </dgm:t>
    </dgm:pt>
    <dgm:pt modelId="{2B8930CF-5ED3-4446-8742-C78C480AF461}">
      <dgm:prSet/>
      <dgm:spPr/>
      <dgm:t>
        <a:bodyPr/>
        <a:lstStyle/>
        <a:p>
          <a:r>
            <a:rPr lang="en-US"/>
            <a:t>Deep-Sort algorithm</a:t>
          </a:r>
        </a:p>
      </dgm:t>
    </dgm:pt>
    <dgm:pt modelId="{3CA8CE79-9D2E-4F9A-B391-F8FC01870992}" type="parTrans" cxnId="{4E6A035E-CA53-4F2F-80F9-1C2C364BDC18}">
      <dgm:prSet/>
      <dgm:spPr/>
      <dgm:t>
        <a:bodyPr/>
        <a:lstStyle/>
        <a:p>
          <a:endParaRPr lang="en-US"/>
        </a:p>
      </dgm:t>
    </dgm:pt>
    <dgm:pt modelId="{BB0A3F3C-58FD-45E3-88FE-5590DEAB29E5}" type="sibTrans" cxnId="{4E6A035E-CA53-4F2F-80F9-1C2C364BDC18}">
      <dgm:prSet/>
      <dgm:spPr/>
      <dgm:t>
        <a:bodyPr/>
        <a:lstStyle/>
        <a:p>
          <a:endParaRPr lang="en-US"/>
        </a:p>
      </dgm:t>
    </dgm:pt>
    <dgm:pt modelId="{CBD42839-2AF6-4D1A-A126-BEB9C7198840}">
      <dgm:prSet/>
      <dgm:spPr/>
      <dgm:t>
        <a:bodyPr/>
        <a:lstStyle/>
        <a:p>
          <a:r>
            <a:rPr lang="en-US"/>
            <a:t>Numpy</a:t>
          </a:r>
        </a:p>
      </dgm:t>
    </dgm:pt>
    <dgm:pt modelId="{9CCF0A73-E4CA-4DC3-B23A-BE54B9D27074}" type="parTrans" cxnId="{F02640AB-8C98-4712-9B3F-BD9CD4D13B85}">
      <dgm:prSet/>
      <dgm:spPr/>
      <dgm:t>
        <a:bodyPr/>
        <a:lstStyle/>
        <a:p>
          <a:endParaRPr lang="en-US"/>
        </a:p>
      </dgm:t>
    </dgm:pt>
    <dgm:pt modelId="{4A708318-E71E-45CE-929D-4DD136BEDD41}" type="sibTrans" cxnId="{F02640AB-8C98-4712-9B3F-BD9CD4D13B85}">
      <dgm:prSet/>
      <dgm:spPr/>
      <dgm:t>
        <a:bodyPr/>
        <a:lstStyle/>
        <a:p>
          <a:endParaRPr lang="en-US"/>
        </a:p>
      </dgm:t>
    </dgm:pt>
    <dgm:pt modelId="{A99F96C5-28DE-4697-8CC0-37B267C2C046}">
      <dgm:prSet/>
      <dgm:spPr/>
      <dgm:t>
        <a:bodyPr/>
        <a:lstStyle/>
        <a:p>
          <a:r>
            <a:rPr lang="en-US"/>
            <a:t>Pandas</a:t>
          </a:r>
        </a:p>
      </dgm:t>
    </dgm:pt>
    <dgm:pt modelId="{1730FF33-AC8F-4BDB-B70C-D2FAA0B69640}" type="parTrans" cxnId="{E6A8A07E-92B2-4268-B0A9-6E115B2AE6A3}">
      <dgm:prSet/>
      <dgm:spPr/>
      <dgm:t>
        <a:bodyPr/>
        <a:lstStyle/>
        <a:p>
          <a:endParaRPr lang="en-US"/>
        </a:p>
      </dgm:t>
    </dgm:pt>
    <dgm:pt modelId="{765D7432-4ABF-40F9-A330-F7FBDE723DD0}" type="sibTrans" cxnId="{E6A8A07E-92B2-4268-B0A9-6E115B2AE6A3}">
      <dgm:prSet/>
      <dgm:spPr/>
      <dgm:t>
        <a:bodyPr/>
        <a:lstStyle/>
        <a:p>
          <a:endParaRPr lang="en-US"/>
        </a:p>
      </dgm:t>
    </dgm:pt>
    <dgm:pt modelId="{F737C42A-FDE7-412D-AF30-A48A0F205EE3}" type="pres">
      <dgm:prSet presAssocID="{D9991DE4-EEA0-466D-AF34-E5C4A6A51BD4}" presName="vert0" presStyleCnt="0">
        <dgm:presLayoutVars>
          <dgm:dir/>
          <dgm:animOne val="branch"/>
          <dgm:animLvl val="lvl"/>
        </dgm:presLayoutVars>
      </dgm:prSet>
      <dgm:spPr/>
    </dgm:pt>
    <dgm:pt modelId="{1353E52C-D07F-4D85-89DE-BBA66B3842C2}" type="pres">
      <dgm:prSet presAssocID="{2AA31B6E-D5F3-46E6-8513-889D3C37D8D9}" presName="thickLine" presStyleLbl="alignNode1" presStyleIdx="0" presStyleCnt="8"/>
      <dgm:spPr/>
    </dgm:pt>
    <dgm:pt modelId="{3EF1A0BB-F4D8-4798-934D-377F3B156DC0}" type="pres">
      <dgm:prSet presAssocID="{2AA31B6E-D5F3-46E6-8513-889D3C37D8D9}" presName="horz1" presStyleCnt="0"/>
      <dgm:spPr/>
    </dgm:pt>
    <dgm:pt modelId="{D62DCB7F-B23E-46C3-B358-07FC6A70AE51}" type="pres">
      <dgm:prSet presAssocID="{2AA31B6E-D5F3-46E6-8513-889D3C37D8D9}" presName="tx1" presStyleLbl="revTx" presStyleIdx="0" presStyleCnt="8"/>
      <dgm:spPr/>
    </dgm:pt>
    <dgm:pt modelId="{051201FB-B7D9-409B-96E6-F8A63428E570}" type="pres">
      <dgm:prSet presAssocID="{2AA31B6E-D5F3-46E6-8513-889D3C37D8D9}" presName="vert1" presStyleCnt="0"/>
      <dgm:spPr/>
    </dgm:pt>
    <dgm:pt modelId="{B2C7E00D-7E65-451B-8256-261D829A9E36}" type="pres">
      <dgm:prSet presAssocID="{5E3BF2A6-B84C-417B-BE88-1E690ED3F8BB}" presName="thickLine" presStyleLbl="alignNode1" presStyleIdx="1" presStyleCnt="8"/>
      <dgm:spPr/>
    </dgm:pt>
    <dgm:pt modelId="{A1490996-36E7-43DD-AD38-7509FFCBC71D}" type="pres">
      <dgm:prSet presAssocID="{5E3BF2A6-B84C-417B-BE88-1E690ED3F8BB}" presName="horz1" presStyleCnt="0"/>
      <dgm:spPr/>
    </dgm:pt>
    <dgm:pt modelId="{E72CE187-71D2-4403-BBB6-0865ED37D4EF}" type="pres">
      <dgm:prSet presAssocID="{5E3BF2A6-B84C-417B-BE88-1E690ED3F8BB}" presName="tx1" presStyleLbl="revTx" presStyleIdx="1" presStyleCnt="8"/>
      <dgm:spPr/>
    </dgm:pt>
    <dgm:pt modelId="{7244A7FC-7C17-4B36-90E0-E6581F138D3A}" type="pres">
      <dgm:prSet presAssocID="{5E3BF2A6-B84C-417B-BE88-1E690ED3F8BB}" presName="vert1" presStyleCnt="0"/>
      <dgm:spPr/>
    </dgm:pt>
    <dgm:pt modelId="{D7CECEF2-C8A0-48E4-ABD5-AC796CBABD56}" type="pres">
      <dgm:prSet presAssocID="{A4E849BE-8FD9-4EC9-AF3D-3D514EB8BE13}" presName="thickLine" presStyleLbl="alignNode1" presStyleIdx="2" presStyleCnt="8"/>
      <dgm:spPr/>
    </dgm:pt>
    <dgm:pt modelId="{0D55F37C-8BD8-4DE5-8E35-6A59E26B1D23}" type="pres">
      <dgm:prSet presAssocID="{A4E849BE-8FD9-4EC9-AF3D-3D514EB8BE13}" presName="horz1" presStyleCnt="0"/>
      <dgm:spPr/>
    </dgm:pt>
    <dgm:pt modelId="{6F247253-1493-4D4C-A006-E16F6F3EB7F6}" type="pres">
      <dgm:prSet presAssocID="{A4E849BE-8FD9-4EC9-AF3D-3D514EB8BE13}" presName="tx1" presStyleLbl="revTx" presStyleIdx="2" presStyleCnt="8"/>
      <dgm:spPr/>
    </dgm:pt>
    <dgm:pt modelId="{58700FB7-58F4-405E-927A-F4AF09BE664B}" type="pres">
      <dgm:prSet presAssocID="{A4E849BE-8FD9-4EC9-AF3D-3D514EB8BE13}" presName="vert1" presStyleCnt="0"/>
      <dgm:spPr/>
    </dgm:pt>
    <dgm:pt modelId="{C8D92680-5573-4EC2-8B6E-29BA8677732B}" type="pres">
      <dgm:prSet presAssocID="{50966F2D-6F30-4CB1-B14A-6121D0BA9DB7}" presName="thickLine" presStyleLbl="alignNode1" presStyleIdx="3" presStyleCnt="8"/>
      <dgm:spPr/>
    </dgm:pt>
    <dgm:pt modelId="{41526771-6677-4795-99F2-E866EB5D2EF7}" type="pres">
      <dgm:prSet presAssocID="{50966F2D-6F30-4CB1-B14A-6121D0BA9DB7}" presName="horz1" presStyleCnt="0"/>
      <dgm:spPr/>
    </dgm:pt>
    <dgm:pt modelId="{754E730F-7EA2-4CA6-A5DC-9C88C6A85076}" type="pres">
      <dgm:prSet presAssocID="{50966F2D-6F30-4CB1-B14A-6121D0BA9DB7}" presName="tx1" presStyleLbl="revTx" presStyleIdx="3" presStyleCnt="8"/>
      <dgm:spPr/>
    </dgm:pt>
    <dgm:pt modelId="{C3B39A5F-37C7-4F82-A55E-E2D6A11C6B4E}" type="pres">
      <dgm:prSet presAssocID="{50966F2D-6F30-4CB1-B14A-6121D0BA9DB7}" presName="vert1" presStyleCnt="0"/>
      <dgm:spPr/>
    </dgm:pt>
    <dgm:pt modelId="{0E0AA356-6D4A-42AD-9484-4F394468D908}" type="pres">
      <dgm:prSet presAssocID="{A2E264E0-8FE8-4066-8272-7FE4341175C8}" presName="thickLine" presStyleLbl="alignNode1" presStyleIdx="4" presStyleCnt="8"/>
      <dgm:spPr/>
    </dgm:pt>
    <dgm:pt modelId="{546679EC-4C0C-42E8-BB3D-FA33A220CA81}" type="pres">
      <dgm:prSet presAssocID="{A2E264E0-8FE8-4066-8272-7FE4341175C8}" presName="horz1" presStyleCnt="0"/>
      <dgm:spPr/>
    </dgm:pt>
    <dgm:pt modelId="{42E05C0E-55C5-4D70-8F6B-C7542F82A36E}" type="pres">
      <dgm:prSet presAssocID="{A2E264E0-8FE8-4066-8272-7FE4341175C8}" presName="tx1" presStyleLbl="revTx" presStyleIdx="4" presStyleCnt="8"/>
      <dgm:spPr/>
    </dgm:pt>
    <dgm:pt modelId="{5BE3ECC7-F152-4A02-BAE6-99306F97F921}" type="pres">
      <dgm:prSet presAssocID="{A2E264E0-8FE8-4066-8272-7FE4341175C8}" presName="vert1" presStyleCnt="0"/>
      <dgm:spPr/>
    </dgm:pt>
    <dgm:pt modelId="{C1C2D8E5-C81C-4451-9D7C-B23BD9269B43}" type="pres">
      <dgm:prSet presAssocID="{2B8930CF-5ED3-4446-8742-C78C480AF461}" presName="thickLine" presStyleLbl="alignNode1" presStyleIdx="5" presStyleCnt="8"/>
      <dgm:spPr/>
    </dgm:pt>
    <dgm:pt modelId="{E905E987-0051-4606-9176-85113FB4EDC2}" type="pres">
      <dgm:prSet presAssocID="{2B8930CF-5ED3-4446-8742-C78C480AF461}" presName="horz1" presStyleCnt="0"/>
      <dgm:spPr/>
    </dgm:pt>
    <dgm:pt modelId="{49335C1B-C26A-464D-8B42-5D8CE0B1C067}" type="pres">
      <dgm:prSet presAssocID="{2B8930CF-5ED3-4446-8742-C78C480AF461}" presName="tx1" presStyleLbl="revTx" presStyleIdx="5" presStyleCnt="8"/>
      <dgm:spPr/>
    </dgm:pt>
    <dgm:pt modelId="{5D7E5064-43DB-461F-ACD7-40438C85B5EA}" type="pres">
      <dgm:prSet presAssocID="{2B8930CF-5ED3-4446-8742-C78C480AF461}" presName="vert1" presStyleCnt="0"/>
      <dgm:spPr/>
    </dgm:pt>
    <dgm:pt modelId="{E10CB45A-73C1-43AA-8FF9-A94A314A4643}" type="pres">
      <dgm:prSet presAssocID="{CBD42839-2AF6-4D1A-A126-BEB9C7198840}" presName="thickLine" presStyleLbl="alignNode1" presStyleIdx="6" presStyleCnt="8"/>
      <dgm:spPr/>
    </dgm:pt>
    <dgm:pt modelId="{E5275A3A-B076-46A7-9E7C-1DA7F9D260BC}" type="pres">
      <dgm:prSet presAssocID="{CBD42839-2AF6-4D1A-A126-BEB9C7198840}" presName="horz1" presStyleCnt="0"/>
      <dgm:spPr/>
    </dgm:pt>
    <dgm:pt modelId="{56CCF9D3-F9C1-44A3-88B2-77517D1B6998}" type="pres">
      <dgm:prSet presAssocID="{CBD42839-2AF6-4D1A-A126-BEB9C7198840}" presName="tx1" presStyleLbl="revTx" presStyleIdx="6" presStyleCnt="8"/>
      <dgm:spPr/>
    </dgm:pt>
    <dgm:pt modelId="{E81D8A23-64B7-4CCD-A87A-C63B5CD115FC}" type="pres">
      <dgm:prSet presAssocID="{CBD42839-2AF6-4D1A-A126-BEB9C7198840}" presName="vert1" presStyleCnt="0"/>
      <dgm:spPr/>
    </dgm:pt>
    <dgm:pt modelId="{E9A351A4-1219-493C-8C6A-3BBC51606C4B}" type="pres">
      <dgm:prSet presAssocID="{A99F96C5-28DE-4697-8CC0-37B267C2C046}" presName="thickLine" presStyleLbl="alignNode1" presStyleIdx="7" presStyleCnt="8"/>
      <dgm:spPr/>
    </dgm:pt>
    <dgm:pt modelId="{79DEEAA4-6CCC-4093-8AA9-75427437F2E5}" type="pres">
      <dgm:prSet presAssocID="{A99F96C5-28DE-4697-8CC0-37B267C2C046}" presName="horz1" presStyleCnt="0"/>
      <dgm:spPr/>
    </dgm:pt>
    <dgm:pt modelId="{E3DB9C24-EB6C-479A-AAE6-FFF0C6744CFC}" type="pres">
      <dgm:prSet presAssocID="{A99F96C5-28DE-4697-8CC0-37B267C2C046}" presName="tx1" presStyleLbl="revTx" presStyleIdx="7" presStyleCnt="8"/>
      <dgm:spPr/>
    </dgm:pt>
    <dgm:pt modelId="{6E189063-EED6-4E32-BF83-0A073B9C6FAF}" type="pres">
      <dgm:prSet presAssocID="{A99F96C5-28DE-4697-8CC0-37B267C2C046}" presName="vert1" presStyleCnt="0"/>
      <dgm:spPr/>
    </dgm:pt>
  </dgm:ptLst>
  <dgm:cxnLst>
    <dgm:cxn modelId="{E622FE08-BD10-4EEC-ACD5-DF8B29476F55}" type="presOf" srcId="{2B8930CF-5ED3-4446-8742-C78C480AF461}" destId="{49335C1B-C26A-464D-8B42-5D8CE0B1C067}" srcOrd="0" destOrd="0" presId="urn:microsoft.com/office/officeart/2008/layout/LinedList"/>
    <dgm:cxn modelId="{C04ED40E-1B41-47AE-97F3-E85A297BDB10}" srcId="{D9991DE4-EEA0-466D-AF34-E5C4A6A51BD4}" destId="{5E3BF2A6-B84C-417B-BE88-1E690ED3F8BB}" srcOrd="1" destOrd="0" parTransId="{6FBBB421-E807-4D1C-97CC-6987E5E00DE9}" sibTransId="{CE72A47A-D939-4F79-9AF2-8B7356451EC2}"/>
    <dgm:cxn modelId="{E0206922-D822-4560-AE24-4F64545E4CF2}" type="presOf" srcId="{2AA31B6E-D5F3-46E6-8513-889D3C37D8D9}" destId="{D62DCB7F-B23E-46C3-B358-07FC6A70AE51}" srcOrd="0" destOrd="0" presId="urn:microsoft.com/office/officeart/2008/layout/LinedList"/>
    <dgm:cxn modelId="{43755235-60A7-47A2-AF75-D4DB887A8063}" type="presOf" srcId="{50966F2D-6F30-4CB1-B14A-6121D0BA9DB7}" destId="{754E730F-7EA2-4CA6-A5DC-9C88C6A85076}" srcOrd="0" destOrd="0" presId="urn:microsoft.com/office/officeart/2008/layout/LinedList"/>
    <dgm:cxn modelId="{050B8239-DEF3-40A9-A76B-D8C9425B5F8A}" type="presOf" srcId="{5E3BF2A6-B84C-417B-BE88-1E690ED3F8BB}" destId="{E72CE187-71D2-4403-BBB6-0865ED37D4EF}" srcOrd="0" destOrd="0" presId="urn:microsoft.com/office/officeart/2008/layout/LinedList"/>
    <dgm:cxn modelId="{4E6A035E-CA53-4F2F-80F9-1C2C364BDC18}" srcId="{D9991DE4-EEA0-466D-AF34-E5C4A6A51BD4}" destId="{2B8930CF-5ED3-4446-8742-C78C480AF461}" srcOrd="5" destOrd="0" parTransId="{3CA8CE79-9D2E-4F9A-B391-F8FC01870992}" sibTransId="{BB0A3F3C-58FD-45E3-88FE-5590DEAB29E5}"/>
    <dgm:cxn modelId="{E6A8A07E-92B2-4268-B0A9-6E115B2AE6A3}" srcId="{D9991DE4-EEA0-466D-AF34-E5C4A6A51BD4}" destId="{A99F96C5-28DE-4697-8CC0-37B267C2C046}" srcOrd="7" destOrd="0" parTransId="{1730FF33-AC8F-4BDB-B70C-D2FAA0B69640}" sibTransId="{765D7432-4ABF-40F9-A330-F7FBDE723DD0}"/>
    <dgm:cxn modelId="{1EFC6F81-A665-4150-B67B-C2E603810DF1}" type="presOf" srcId="{A4E849BE-8FD9-4EC9-AF3D-3D514EB8BE13}" destId="{6F247253-1493-4D4C-A006-E16F6F3EB7F6}" srcOrd="0" destOrd="0" presId="urn:microsoft.com/office/officeart/2008/layout/LinedList"/>
    <dgm:cxn modelId="{EA22F287-FB25-47B0-9D29-D182A9A50D28}" type="presOf" srcId="{A2E264E0-8FE8-4066-8272-7FE4341175C8}" destId="{42E05C0E-55C5-4D70-8F6B-C7542F82A36E}" srcOrd="0" destOrd="0" presId="urn:microsoft.com/office/officeart/2008/layout/LinedList"/>
    <dgm:cxn modelId="{C7B29490-A3C3-4F41-9BC8-F747155F1BE9}" srcId="{D9991DE4-EEA0-466D-AF34-E5C4A6A51BD4}" destId="{A4E849BE-8FD9-4EC9-AF3D-3D514EB8BE13}" srcOrd="2" destOrd="0" parTransId="{D2496138-DCA2-4DD2-A743-F3A70D96DD08}" sibTransId="{5D1175BB-0D27-413D-B162-9D600720431B}"/>
    <dgm:cxn modelId="{7AFB399C-FAE5-4EBA-A049-CC96F8CB988C}" type="presOf" srcId="{CBD42839-2AF6-4D1A-A126-BEB9C7198840}" destId="{56CCF9D3-F9C1-44A3-88B2-77517D1B6998}" srcOrd="0" destOrd="0" presId="urn:microsoft.com/office/officeart/2008/layout/LinedList"/>
    <dgm:cxn modelId="{14B5BAAA-C040-49CF-B482-5E46C9DC2A6E}" type="presOf" srcId="{A99F96C5-28DE-4697-8CC0-37B267C2C046}" destId="{E3DB9C24-EB6C-479A-AAE6-FFF0C6744CFC}" srcOrd="0" destOrd="0" presId="urn:microsoft.com/office/officeart/2008/layout/LinedList"/>
    <dgm:cxn modelId="{F02640AB-8C98-4712-9B3F-BD9CD4D13B85}" srcId="{D9991DE4-EEA0-466D-AF34-E5C4A6A51BD4}" destId="{CBD42839-2AF6-4D1A-A126-BEB9C7198840}" srcOrd="6" destOrd="0" parTransId="{9CCF0A73-E4CA-4DC3-B23A-BE54B9D27074}" sibTransId="{4A708318-E71E-45CE-929D-4DD136BEDD41}"/>
    <dgm:cxn modelId="{83EE56AD-304A-4D8F-86EE-2B478FDA9FB0}" srcId="{D9991DE4-EEA0-466D-AF34-E5C4A6A51BD4}" destId="{A2E264E0-8FE8-4066-8272-7FE4341175C8}" srcOrd="4" destOrd="0" parTransId="{81F352C7-F2D3-44CA-A633-0116BBD3AEAF}" sibTransId="{38F2140A-4849-4FB7-8A33-AC0EA90BBD4F}"/>
    <dgm:cxn modelId="{E66F2BB5-5B85-4471-87D9-049636089348}" type="presOf" srcId="{D9991DE4-EEA0-466D-AF34-E5C4A6A51BD4}" destId="{F737C42A-FDE7-412D-AF30-A48A0F205EE3}" srcOrd="0" destOrd="0" presId="urn:microsoft.com/office/officeart/2008/layout/LinedList"/>
    <dgm:cxn modelId="{8B741FBE-0AC8-49A1-9C6F-02C94618C48E}" srcId="{D9991DE4-EEA0-466D-AF34-E5C4A6A51BD4}" destId="{2AA31B6E-D5F3-46E6-8513-889D3C37D8D9}" srcOrd="0" destOrd="0" parTransId="{E168DF65-1182-4629-94AC-6129C9C86E9D}" sibTransId="{5DA9C5FB-1D34-4F60-85F7-8171255D5580}"/>
    <dgm:cxn modelId="{D07CEAC4-5F3D-447B-B277-598CB3AD8AF1}" srcId="{D9991DE4-EEA0-466D-AF34-E5C4A6A51BD4}" destId="{50966F2D-6F30-4CB1-B14A-6121D0BA9DB7}" srcOrd="3" destOrd="0" parTransId="{01318A81-6626-48B4-9E1A-D463C562B2A4}" sibTransId="{FCF4B6D2-52F0-4836-8CEC-E6202B053454}"/>
    <dgm:cxn modelId="{884C36AC-3E79-4788-A839-C891539B3BEB}" type="presParOf" srcId="{F737C42A-FDE7-412D-AF30-A48A0F205EE3}" destId="{1353E52C-D07F-4D85-89DE-BBA66B3842C2}" srcOrd="0" destOrd="0" presId="urn:microsoft.com/office/officeart/2008/layout/LinedList"/>
    <dgm:cxn modelId="{CA7968EB-4883-4DD7-A83F-9045CFDE7785}" type="presParOf" srcId="{F737C42A-FDE7-412D-AF30-A48A0F205EE3}" destId="{3EF1A0BB-F4D8-4798-934D-377F3B156DC0}" srcOrd="1" destOrd="0" presId="urn:microsoft.com/office/officeart/2008/layout/LinedList"/>
    <dgm:cxn modelId="{60681557-3839-40BC-9EA7-395C0254F7BB}" type="presParOf" srcId="{3EF1A0BB-F4D8-4798-934D-377F3B156DC0}" destId="{D62DCB7F-B23E-46C3-B358-07FC6A70AE51}" srcOrd="0" destOrd="0" presId="urn:microsoft.com/office/officeart/2008/layout/LinedList"/>
    <dgm:cxn modelId="{E5D2A43D-0AFA-4518-AC7C-F314D6386C45}" type="presParOf" srcId="{3EF1A0BB-F4D8-4798-934D-377F3B156DC0}" destId="{051201FB-B7D9-409B-96E6-F8A63428E570}" srcOrd="1" destOrd="0" presId="urn:microsoft.com/office/officeart/2008/layout/LinedList"/>
    <dgm:cxn modelId="{8FD145D8-B01D-4809-BEAC-6BC165270C83}" type="presParOf" srcId="{F737C42A-FDE7-412D-AF30-A48A0F205EE3}" destId="{B2C7E00D-7E65-451B-8256-261D829A9E36}" srcOrd="2" destOrd="0" presId="urn:microsoft.com/office/officeart/2008/layout/LinedList"/>
    <dgm:cxn modelId="{549C1BEE-35CE-457D-A3D4-1EE191351445}" type="presParOf" srcId="{F737C42A-FDE7-412D-AF30-A48A0F205EE3}" destId="{A1490996-36E7-43DD-AD38-7509FFCBC71D}" srcOrd="3" destOrd="0" presId="urn:microsoft.com/office/officeart/2008/layout/LinedList"/>
    <dgm:cxn modelId="{1C509CB2-B33D-4760-AD65-CEC0C7EB5CB3}" type="presParOf" srcId="{A1490996-36E7-43DD-AD38-7509FFCBC71D}" destId="{E72CE187-71D2-4403-BBB6-0865ED37D4EF}" srcOrd="0" destOrd="0" presId="urn:microsoft.com/office/officeart/2008/layout/LinedList"/>
    <dgm:cxn modelId="{7BC9018B-EED1-4A78-A771-B4227747881B}" type="presParOf" srcId="{A1490996-36E7-43DD-AD38-7509FFCBC71D}" destId="{7244A7FC-7C17-4B36-90E0-E6581F138D3A}" srcOrd="1" destOrd="0" presId="urn:microsoft.com/office/officeart/2008/layout/LinedList"/>
    <dgm:cxn modelId="{63CEE0F4-BFAC-432F-9FA9-4A00BE7DF6F2}" type="presParOf" srcId="{F737C42A-FDE7-412D-AF30-A48A0F205EE3}" destId="{D7CECEF2-C8A0-48E4-ABD5-AC796CBABD56}" srcOrd="4" destOrd="0" presId="urn:microsoft.com/office/officeart/2008/layout/LinedList"/>
    <dgm:cxn modelId="{41DD69CE-9409-4B12-8B2C-57A1FF53AC35}" type="presParOf" srcId="{F737C42A-FDE7-412D-AF30-A48A0F205EE3}" destId="{0D55F37C-8BD8-4DE5-8E35-6A59E26B1D23}" srcOrd="5" destOrd="0" presId="urn:microsoft.com/office/officeart/2008/layout/LinedList"/>
    <dgm:cxn modelId="{CDA48327-4F2C-407F-ADAF-76B2B962872C}" type="presParOf" srcId="{0D55F37C-8BD8-4DE5-8E35-6A59E26B1D23}" destId="{6F247253-1493-4D4C-A006-E16F6F3EB7F6}" srcOrd="0" destOrd="0" presId="urn:microsoft.com/office/officeart/2008/layout/LinedList"/>
    <dgm:cxn modelId="{55387E5A-5D45-4E93-B81B-91E4569DE15C}" type="presParOf" srcId="{0D55F37C-8BD8-4DE5-8E35-6A59E26B1D23}" destId="{58700FB7-58F4-405E-927A-F4AF09BE664B}" srcOrd="1" destOrd="0" presId="urn:microsoft.com/office/officeart/2008/layout/LinedList"/>
    <dgm:cxn modelId="{3BD2D628-285F-4582-BDC7-B67FBF634285}" type="presParOf" srcId="{F737C42A-FDE7-412D-AF30-A48A0F205EE3}" destId="{C8D92680-5573-4EC2-8B6E-29BA8677732B}" srcOrd="6" destOrd="0" presId="urn:microsoft.com/office/officeart/2008/layout/LinedList"/>
    <dgm:cxn modelId="{74D859A4-4463-4B50-9C26-7A254B881381}" type="presParOf" srcId="{F737C42A-FDE7-412D-AF30-A48A0F205EE3}" destId="{41526771-6677-4795-99F2-E866EB5D2EF7}" srcOrd="7" destOrd="0" presId="urn:microsoft.com/office/officeart/2008/layout/LinedList"/>
    <dgm:cxn modelId="{B559B9C2-40D2-427A-83B7-6BECCDB2E4DA}" type="presParOf" srcId="{41526771-6677-4795-99F2-E866EB5D2EF7}" destId="{754E730F-7EA2-4CA6-A5DC-9C88C6A85076}" srcOrd="0" destOrd="0" presId="urn:microsoft.com/office/officeart/2008/layout/LinedList"/>
    <dgm:cxn modelId="{51C90B7D-A937-4C2F-BD33-361DC72C7B09}" type="presParOf" srcId="{41526771-6677-4795-99F2-E866EB5D2EF7}" destId="{C3B39A5F-37C7-4F82-A55E-E2D6A11C6B4E}" srcOrd="1" destOrd="0" presId="urn:microsoft.com/office/officeart/2008/layout/LinedList"/>
    <dgm:cxn modelId="{9299E084-83FC-4B52-BEB9-AAD4BB83AD31}" type="presParOf" srcId="{F737C42A-FDE7-412D-AF30-A48A0F205EE3}" destId="{0E0AA356-6D4A-42AD-9484-4F394468D908}" srcOrd="8" destOrd="0" presId="urn:microsoft.com/office/officeart/2008/layout/LinedList"/>
    <dgm:cxn modelId="{C6688890-E766-4D92-AC2C-5DED792CE388}" type="presParOf" srcId="{F737C42A-FDE7-412D-AF30-A48A0F205EE3}" destId="{546679EC-4C0C-42E8-BB3D-FA33A220CA81}" srcOrd="9" destOrd="0" presId="urn:microsoft.com/office/officeart/2008/layout/LinedList"/>
    <dgm:cxn modelId="{933914F0-5379-41A8-A480-DE8B228E7007}" type="presParOf" srcId="{546679EC-4C0C-42E8-BB3D-FA33A220CA81}" destId="{42E05C0E-55C5-4D70-8F6B-C7542F82A36E}" srcOrd="0" destOrd="0" presId="urn:microsoft.com/office/officeart/2008/layout/LinedList"/>
    <dgm:cxn modelId="{80F776D0-6B2C-4168-A645-8263C8C0A41A}" type="presParOf" srcId="{546679EC-4C0C-42E8-BB3D-FA33A220CA81}" destId="{5BE3ECC7-F152-4A02-BAE6-99306F97F921}" srcOrd="1" destOrd="0" presId="urn:microsoft.com/office/officeart/2008/layout/LinedList"/>
    <dgm:cxn modelId="{D444CA7A-7F98-4DE4-AAC8-0A7956D6A6D9}" type="presParOf" srcId="{F737C42A-FDE7-412D-AF30-A48A0F205EE3}" destId="{C1C2D8E5-C81C-4451-9D7C-B23BD9269B43}" srcOrd="10" destOrd="0" presId="urn:microsoft.com/office/officeart/2008/layout/LinedList"/>
    <dgm:cxn modelId="{D92642CD-0A3D-4E64-A393-A4BF744F3C96}" type="presParOf" srcId="{F737C42A-FDE7-412D-AF30-A48A0F205EE3}" destId="{E905E987-0051-4606-9176-85113FB4EDC2}" srcOrd="11" destOrd="0" presId="urn:microsoft.com/office/officeart/2008/layout/LinedList"/>
    <dgm:cxn modelId="{10738579-773D-4AD9-A1AA-E2429FC73762}" type="presParOf" srcId="{E905E987-0051-4606-9176-85113FB4EDC2}" destId="{49335C1B-C26A-464D-8B42-5D8CE0B1C067}" srcOrd="0" destOrd="0" presId="urn:microsoft.com/office/officeart/2008/layout/LinedList"/>
    <dgm:cxn modelId="{5B664C41-2360-4AF1-9184-0B565363668B}" type="presParOf" srcId="{E905E987-0051-4606-9176-85113FB4EDC2}" destId="{5D7E5064-43DB-461F-ACD7-40438C85B5EA}" srcOrd="1" destOrd="0" presId="urn:microsoft.com/office/officeart/2008/layout/LinedList"/>
    <dgm:cxn modelId="{E89E6C0D-A313-4AD9-B2D9-0AD7BC7EC013}" type="presParOf" srcId="{F737C42A-FDE7-412D-AF30-A48A0F205EE3}" destId="{E10CB45A-73C1-43AA-8FF9-A94A314A4643}" srcOrd="12" destOrd="0" presId="urn:microsoft.com/office/officeart/2008/layout/LinedList"/>
    <dgm:cxn modelId="{196C2C98-5AB6-41BC-B5F7-9518DCB4AE4B}" type="presParOf" srcId="{F737C42A-FDE7-412D-AF30-A48A0F205EE3}" destId="{E5275A3A-B076-46A7-9E7C-1DA7F9D260BC}" srcOrd="13" destOrd="0" presId="urn:microsoft.com/office/officeart/2008/layout/LinedList"/>
    <dgm:cxn modelId="{93A97019-7C2C-4BE3-A9AF-BCB1D2FA71F3}" type="presParOf" srcId="{E5275A3A-B076-46A7-9E7C-1DA7F9D260BC}" destId="{56CCF9D3-F9C1-44A3-88B2-77517D1B6998}" srcOrd="0" destOrd="0" presId="urn:microsoft.com/office/officeart/2008/layout/LinedList"/>
    <dgm:cxn modelId="{144F31C5-5438-4844-A427-17309542704D}" type="presParOf" srcId="{E5275A3A-B076-46A7-9E7C-1DA7F9D260BC}" destId="{E81D8A23-64B7-4CCD-A87A-C63B5CD115FC}" srcOrd="1" destOrd="0" presId="urn:microsoft.com/office/officeart/2008/layout/LinedList"/>
    <dgm:cxn modelId="{E4A876C2-E49A-4918-BC4C-005D2F20AABC}" type="presParOf" srcId="{F737C42A-FDE7-412D-AF30-A48A0F205EE3}" destId="{E9A351A4-1219-493C-8C6A-3BBC51606C4B}" srcOrd="14" destOrd="0" presId="urn:microsoft.com/office/officeart/2008/layout/LinedList"/>
    <dgm:cxn modelId="{52CC7CBE-DB82-44D1-8362-3729E9AF2817}" type="presParOf" srcId="{F737C42A-FDE7-412D-AF30-A48A0F205EE3}" destId="{79DEEAA4-6CCC-4093-8AA9-75427437F2E5}" srcOrd="15" destOrd="0" presId="urn:microsoft.com/office/officeart/2008/layout/LinedList"/>
    <dgm:cxn modelId="{77616138-2547-4225-A8B9-AED60F01E1F1}" type="presParOf" srcId="{79DEEAA4-6CCC-4093-8AA9-75427437F2E5}" destId="{E3DB9C24-EB6C-479A-AAE6-FFF0C6744CFC}" srcOrd="0" destOrd="0" presId="urn:microsoft.com/office/officeart/2008/layout/LinedList"/>
    <dgm:cxn modelId="{C6E9A8A9-A7E7-4E5C-AB12-0DA059036FF7}" type="presParOf" srcId="{79DEEAA4-6CCC-4093-8AA9-75427437F2E5}" destId="{6E189063-EED6-4E32-BF83-0A073B9C6F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1AA199-534F-45A8-B2D3-48890B6E641B}">
      <dsp:nvSpPr>
        <dsp:cNvPr id="0" name=""/>
        <dsp:cNvSpPr/>
      </dsp:nvSpPr>
      <dsp:spPr>
        <a:xfrm>
          <a:off x="11850" y="571553"/>
          <a:ext cx="816396" cy="8163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DADAD-6E37-443F-8F7F-AC4C298F3F86}">
      <dsp:nvSpPr>
        <dsp:cNvPr id="0" name=""/>
        <dsp:cNvSpPr/>
      </dsp:nvSpPr>
      <dsp:spPr>
        <a:xfrm>
          <a:off x="183294" y="742997"/>
          <a:ext cx="473510" cy="4735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3B1B5-573D-4612-A764-41985A73673E}">
      <dsp:nvSpPr>
        <dsp:cNvPr id="0" name=""/>
        <dsp:cNvSpPr/>
      </dsp:nvSpPr>
      <dsp:spPr>
        <a:xfrm>
          <a:off x="1003189" y="571553"/>
          <a:ext cx="1924363" cy="816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High Precision and Accuracy: </a:t>
          </a:r>
          <a:r>
            <a:rPr lang="en-US" sz="1100" kern="1200"/>
            <a:t>Unlike manual counting, AI models (like CNNs) can process pixels at a granular level, reducing human error.</a:t>
          </a:r>
        </a:p>
      </dsp:txBody>
      <dsp:txXfrm>
        <a:off x="1003189" y="571553"/>
        <a:ext cx="1924363" cy="816396"/>
      </dsp:txXfrm>
    </dsp:sp>
    <dsp:sp modelId="{C74D9A0E-E672-4A90-847E-B7E75D2CD967}">
      <dsp:nvSpPr>
        <dsp:cNvPr id="0" name=""/>
        <dsp:cNvSpPr/>
      </dsp:nvSpPr>
      <dsp:spPr>
        <a:xfrm>
          <a:off x="3262858" y="571553"/>
          <a:ext cx="816396" cy="8163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BD26C-2234-4EE3-B9EA-BBFC954CEFD2}">
      <dsp:nvSpPr>
        <dsp:cNvPr id="0" name=""/>
        <dsp:cNvSpPr/>
      </dsp:nvSpPr>
      <dsp:spPr>
        <a:xfrm>
          <a:off x="3434302" y="742997"/>
          <a:ext cx="473510" cy="4735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9C78D-432B-449D-A514-A3E177F79E51}">
      <dsp:nvSpPr>
        <dsp:cNvPr id="0" name=""/>
        <dsp:cNvSpPr/>
      </dsp:nvSpPr>
      <dsp:spPr>
        <a:xfrm>
          <a:off x="4254197" y="571553"/>
          <a:ext cx="1924363" cy="816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Real-Time Processing &amp; Automation: </a:t>
          </a:r>
          <a:r>
            <a:rPr lang="en-US" sz="1100" kern="1200"/>
            <a:t>The system operates at high speeds (measured in </a:t>
          </a:r>
          <a:r>
            <a:rPr lang="en-US" sz="1100" u="sng" kern="1200"/>
            <a:t>FPS - Frames Per Second</a:t>
          </a:r>
          <a:r>
            <a:rPr lang="en-US" sz="1100" kern="1200"/>
            <a:t>), providing instantaneous data.</a:t>
          </a:r>
        </a:p>
      </dsp:txBody>
      <dsp:txXfrm>
        <a:off x="4254197" y="571553"/>
        <a:ext cx="1924363" cy="816396"/>
      </dsp:txXfrm>
    </dsp:sp>
    <dsp:sp modelId="{05C51E4A-2724-492A-9E86-AD065B5B29EE}">
      <dsp:nvSpPr>
        <dsp:cNvPr id="0" name=""/>
        <dsp:cNvSpPr/>
      </dsp:nvSpPr>
      <dsp:spPr>
        <a:xfrm>
          <a:off x="11850" y="1956508"/>
          <a:ext cx="816396" cy="8163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1F4D56-D592-4632-A8DF-B63835495864}">
      <dsp:nvSpPr>
        <dsp:cNvPr id="0" name=""/>
        <dsp:cNvSpPr/>
      </dsp:nvSpPr>
      <dsp:spPr>
        <a:xfrm>
          <a:off x="183294" y="2127951"/>
          <a:ext cx="473510" cy="4735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2658E-55B6-49B6-9308-036363EB371A}">
      <dsp:nvSpPr>
        <dsp:cNvPr id="0" name=""/>
        <dsp:cNvSpPr/>
      </dsp:nvSpPr>
      <dsp:spPr>
        <a:xfrm>
          <a:off x="1003189" y="1956508"/>
          <a:ext cx="1924363" cy="816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Data-Driven Insights (Heatmapping): </a:t>
          </a:r>
          <a:r>
            <a:rPr lang="en-US" sz="1100" kern="1200"/>
            <a:t>Beyond just a "number," video analytics can generate Density Heatmaps.</a:t>
          </a:r>
        </a:p>
      </dsp:txBody>
      <dsp:txXfrm>
        <a:off x="1003189" y="1956508"/>
        <a:ext cx="1924363" cy="816396"/>
      </dsp:txXfrm>
    </dsp:sp>
    <dsp:sp modelId="{D7EA50A5-DAF1-4A2E-8BED-225FF467A2B0}">
      <dsp:nvSpPr>
        <dsp:cNvPr id="0" name=""/>
        <dsp:cNvSpPr/>
      </dsp:nvSpPr>
      <dsp:spPr>
        <a:xfrm>
          <a:off x="3262858" y="1956508"/>
          <a:ext cx="816396" cy="8163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3133B-A579-476E-9F1D-05856602EB07}">
      <dsp:nvSpPr>
        <dsp:cNvPr id="0" name=""/>
        <dsp:cNvSpPr/>
      </dsp:nvSpPr>
      <dsp:spPr>
        <a:xfrm>
          <a:off x="3434302" y="2127951"/>
          <a:ext cx="473510" cy="4735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8241C0-2626-402C-AB0C-417CB437A228}">
      <dsp:nvSpPr>
        <dsp:cNvPr id="0" name=""/>
        <dsp:cNvSpPr/>
      </dsp:nvSpPr>
      <dsp:spPr>
        <a:xfrm>
          <a:off x="4254197" y="1956508"/>
          <a:ext cx="1924363" cy="816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Enhanced Safety &amp; Emergency Response: </a:t>
          </a:r>
          <a:r>
            <a:rPr lang="en-US" sz="1100" kern="1200"/>
            <a:t>The system can be programmed to trigger automated alerts if a specific threshold is reached, preventing stampedes or overcrowding before they happen.</a:t>
          </a:r>
        </a:p>
      </dsp:txBody>
      <dsp:txXfrm>
        <a:off x="4254197" y="1956508"/>
        <a:ext cx="1924363" cy="816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53E52C-D07F-4D85-89DE-BBA66B3842C2}">
      <dsp:nvSpPr>
        <dsp:cNvPr id="0" name=""/>
        <dsp:cNvSpPr/>
      </dsp:nvSpPr>
      <dsp:spPr>
        <a:xfrm>
          <a:off x="0" y="0"/>
          <a:ext cx="624526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DCB7F-B23E-46C3-B358-07FC6A70AE51}">
      <dsp:nvSpPr>
        <dsp:cNvPr id="0" name=""/>
        <dsp:cNvSpPr/>
      </dsp:nvSpPr>
      <dsp:spPr>
        <a:xfrm>
          <a:off x="0" y="0"/>
          <a:ext cx="6245265" cy="69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Python – 3.10</a:t>
          </a:r>
        </a:p>
      </dsp:txBody>
      <dsp:txXfrm>
        <a:off x="0" y="0"/>
        <a:ext cx="6245265" cy="698668"/>
      </dsp:txXfrm>
    </dsp:sp>
    <dsp:sp modelId="{B2C7E00D-7E65-451B-8256-261D829A9E36}">
      <dsp:nvSpPr>
        <dsp:cNvPr id="0" name=""/>
        <dsp:cNvSpPr/>
      </dsp:nvSpPr>
      <dsp:spPr>
        <a:xfrm>
          <a:off x="0" y="698668"/>
          <a:ext cx="6245265" cy="0"/>
        </a:xfrm>
        <a:prstGeom prst="line">
          <a:avLst/>
        </a:prstGeom>
        <a:solidFill>
          <a:schemeClr val="accent2">
            <a:hueOff val="880471"/>
            <a:satOff val="0"/>
            <a:lumOff val="2661"/>
            <a:alphaOff val="0"/>
          </a:schemeClr>
        </a:solidFill>
        <a:ln w="12700" cap="flat" cmpd="sng" algn="ctr">
          <a:solidFill>
            <a:schemeClr val="accent2">
              <a:hueOff val="880471"/>
              <a:satOff val="0"/>
              <a:lumOff val="26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2CE187-71D2-4403-BBB6-0865ED37D4EF}">
      <dsp:nvSpPr>
        <dsp:cNvPr id="0" name=""/>
        <dsp:cNvSpPr/>
      </dsp:nvSpPr>
      <dsp:spPr>
        <a:xfrm>
          <a:off x="0" y="698668"/>
          <a:ext cx="6245265" cy="69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Streamlit </a:t>
          </a:r>
        </a:p>
      </dsp:txBody>
      <dsp:txXfrm>
        <a:off x="0" y="698668"/>
        <a:ext cx="6245265" cy="698668"/>
      </dsp:txXfrm>
    </dsp:sp>
    <dsp:sp modelId="{D7CECEF2-C8A0-48E4-ABD5-AC796CBABD56}">
      <dsp:nvSpPr>
        <dsp:cNvPr id="0" name=""/>
        <dsp:cNvSpPr/>
      </dsp:nvSpPr>
      <dsp:spPr>
        <a:xfrm>
          <a:off x="0" y="1397336"/>
          <a:ext cx="6245265" cy="0"/>
        </a:xfrm>
        <a:prstGeom prst="line">
          <a:avLst/>
        </a:prstGeom>
        <a:solidFill>
          <a:schemeClr val="accent2">
            <a:hueOff val="1760942"/>
            <a:satOff val="0"/>
            <a:lumOff val="5322"/>
            <a:alphaOff val="0"/>
          </a:schemeClr>
        </a:solidFill>
        <a:ln w="12700" cap="flat" cmpd="sng" algn="ctr">
          <a:solidFill>
            <a:schemeClr val="accent2">
              <a:hueOff val="1760942"/>
              <a:satOff val="0"/>
              <a:lumOff val="53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47253-1493-4D4C-A006-E16F6F3EB7F6}">
      <dsp:nvSpPr>
        <dsp:cNvPr id="0" name=""/>
        <dsp:cNvSpPr/>
      </dsp:nvSpPr>
      <dsp:spPr>
        <a:xfrm>
          <a:off x="0" y="1397336"/>
          <a:ext cx="6245265" cy="69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YOLO V8</a:t>
          </a:r>
        </a:p>
      </dsp:txBody>
      <dsp:txXfrm>
        <a:off x="0" y="1397336"/>
        <a:ext cx="6245265" cy="698668"/>
      </dsp:txXfrm>
    </dsp:sp>
    <dsp:sp modelId="{C8D92680-5573-4EC2-8B6E-29BA8677732B}">
      <dsp:nvSpPr>
        <dsp:cNvPr id="0" name=""/>
        <dsp:cNvSpPr/>
      </dsp:nvSpPr>
      <dsp:spPr>
        <a:xfrm>
          <a:off x="0" y="2096005"/>
          <a:ext cx="6245265" cy="0"/>
        </a:xfrm>
        <a:prstGeom prst="line">
          <a:avLst/>
        </a:prstGeom>
        <a:solidFill>
          <a:schemeClr val="accent2">
            <a:hueOff val="2641414"/>
            <a:satOff val="0"/>
            <a:lumOff val="7983"/>
            <a:alphaOff val="0"/>
          </a:schemeClr>
        </a:solidFill>
        <a:ln w="12700" cap="flat" cmpd="sng" algn="ctr">
          <a:solidFill>
            <a:schemeClr val="accent2">
              <a:hueOff val="2641414"/>
              <a:satOff val="0"/>
              <a:lumOff val="79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E730F-7EA2-4CA6-A5DC-9C88C6A85076}">
      <dsp:nvSpPr>
        <dsp:cNvPr id="0" name=""/>
        <dsp:cNvSpPr/>
      </dsp:nvSpPr>
      <dsp:spPr>
        <a:xfrm>
          <a:off x="0" y="2096005"/>
          <a:ext cx="6245265" cy="69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Computer Vision</a:t>
          </a:r>
        </a:p>
      </dsp:txBody>
      <dsp:txXfrm>
        <a:off x="0" y="2096005"/>
        <a:ext cx="6245265" cy="698668"/>
      </dsp:txXfrm>
    </dsp:sp>
    <dsp:sp modelId="{0E0AA356-6D4A-42AD-9484-4F394468D908}">
      <dsp:nvSpPr>
        <dsp:cNvPr id="0" name=""/>
        <dsp:cNvSpPr/>
      </dsp:nvSpPr>
      <dsp:spPr>
        <a:xfrm>
          <a:off x="0" y="2794673"/>
          <a:ext cx="6245265" cy="0"/>
        </a:xfrm>
        <a:prstGeom prst="line">
          <a:avLst/>
        </a:prstGeom>
        <a:solidFill>
          <a:schemeClr val="accent2">
            <a:hueOff val="3521885"/>
            <a:satOff val="0"/>
            <a:lumOff val="10645"/>
            <a:alphaOff val="0"/>
          </a:schemeClr>
        </a:solidFill>
        <a:ln w="12700" cap="flat" cmpd="sng" algn="ctr">
          <a:solidFill>
            <a:schemeClr val="accent2">
              <a:hueOff val="3521885"/>
              <a:satOff val="0"/>
              <a:lumOff val="106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E05C0E-55C5-4D70-8F6B-C7542F82A36E}">
      <dsp:nvSpPr>
        <dsp:cNvPr id="0" name=""/>
        <dsp:cNvSpPr/>
      </dsp:nvSpPr>
      <dsp:spPr>
        <a:xfrm>
          <a:off x="0" y="2794673"/>
          <a:ext cx="6245265" cy="69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Firebase</a:t>
          </a:r>
        </a:p>
      </dsp:txBody>
      <dsp:txXfrm>
        <a:off x="0" y="2794673"/>
        <a:ext cx="6245265" cy="698668"/>
      </dsp:txXfrm>
    </dsp:sp>
    <dsp:sp modelId="{C1C2D8E5-C81C-4451-9D7C-B23BD9269B43}">
      <dsp:nvSpPr>
        <dsp:cNvPr id="0" name=""/>
        <dsp:cNvSpPr/>
      </dsp:nvSpPr>
      <dsp:spPr>
        <a:xfrm>
          <a:off x="0" y="3493341"/>
          <a:ext cx="6245265" cy="0"/>
        </a:xfrm>
        <a:prstGeom prst="line">
          <a:avLst/>
        </a:prstGeom>
        <a:solidFill>
          <a:schemeClr val="accent2">
            <a:hueOff val="4402356"/>
            <a:satOff val="0"/>
            <a:lumOff val="13306"/>
            <a:alphaOff val="0"/>
          </a:schemeClr>
        </a:solidFill>
        <a:ln w="12700" cap="flat" cmpd="sng" algn="ctr">
          <a:solidFill>
            <a:schemeClr val="accent2">
              <a:hueOff val="4402356"/>
              <a:satOff val="0"/>
              <a:lumOff val="133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35C1B-C26A-464D-8B42-5D8CE0B1C067}">
      <dsp:nvSpPr>
        <dsp:cNvPr id="0" name=""/>
        <dsp:cNvSpPr/>
      </dsp:nvSpPr>
      <dsp:spPr>
        <a:xfrm>
          <a:off x="0" y="3493341"/>
          <a:ext cx="6245265" cy="69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Deep-Sort algorithm</a:t>
          </a:r>
        </a:p>
      </dsp:txBody>
      <dsp:txXfrm>
        <a:off x="0" y="3493341"/>
        <a:ext cx="6245265" cy="698668"/>
      </dsp:txXfrm>
    </dsp:sp>
    <dsp:sp modelId="{E10CB45A-73C1-43AA-8FF9-A94A314A4643}">
      <dsp:nvSpPr>
        <dsp:cNvPr id="0" name=""/>
        <dsp:cNvSpPr/>
      </dsp:nvSpPr>
      <dsp:spPr>
        <a:xfrm>
          <a:off x="0" y="4192010"/>
          <a:ext cx="6245265" cy="0"/>
        </a:xfrm>
        <a:prstGeom prst="line">
          <a:avLst/>
        </a:prstGeom>
        <a:solidFill>
          <a:schemeClr val="accent2">
            <a:hueOff val="5282827"/>
            <a:satOff val="0"/>
            <a:lumOff val="15967"/>
            <a:alphaOff val="0"/>
          </a:schemeClr>
        </a:solidFill>
        <a:ln w="12700" cap="flat" cmpd="sng" algn="ctr">
          <a:solidFill>
            <a:schemeClr val="accent2">
              <a:hueOff val="5282827"/>
              <a:satOff val="0"/>
              <a:lumOff val="159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CCF9D3-F9C1-44A3-88B2-77517D1B6998}">
      <dsp:nvSpPr>
        <dsp:cNvPr id="0" name=""/>
        <dsp:cNvSpPr/>
      </dsp:nvSpPr>
      <dsp:spPr>
        <a:xfrm>
          <a:off x="0" y="4192010"/>
          <a:ext cx="6245265" cy="69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Numpy</a:t>
          </a:r>
        </a:p>
      </dsp:txBody>
      <dsp:txXfrm>
        <a:off x="0" y="4192010"/>
        <a:ext cx="6245265" cy="698668"/>
      </dsp:txXfrm>
    </dsp:sp>
    <dsp:sp modelId="{E9A351A4-1219-493C-8C6A-3BBC51606C4B}">
      <dsp:nvSpPr>
        <dsp:cNvPr id="0" name=""/>
        <dsp:cNvSpPr/>
      </dsp:nvSpPr>
      <dsp:spPr>
        <a:xfrm>
          <a:off x="0" y="4890678"/>
          <a:ext cx="6245265" cy="0"/>
        </a:xfrm>
        <a:prstGeom prst="line">
          <a:avLst/>
        </a:prstGeom>
        <a:solidFill>
          <a:schemeClr val="accent2">
            <a:hueOff val="6163298"/>
            <a:satOff val="0"/>
            <a:lumOff val="18628"/>
            <a:alphaOff val="0"/>
          </a:schemeClr>
        </a:solidFill>
        <a:ln w="12700" cap="flat" cmpd="sng" algn="ctr">
          <a:solidFill>
            <a:schemeClr val="accent2">
              <a:hueOff val="6163298"/>
              <a:satOff val="0"/>
              <a:lumOff val="1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B9C24-EB6C-479A-AAE6-FFF0C6744CFC}">
      <dsp:nvSpPr>
        <dsp:cNvPr id="0" name=""/>
        <dsp:cNvSpPr/>
      </dsp:nvSpPr>
      <dsp:spPr>
        <a:xfrm>
          <a:off x="0" y="4890678"/>
          <a:ext cx="6245265" cy="6986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Pandas</a:t>
          </a:r>
        </a:p>
      </dsp:txBody>
      <dsp:txXfrm>
        <a:off x="0" y="4890678"/>
        <a:ext cx="6245265" cy="6986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CE3C5560-7A9C-489F-9148-18C5E1D0F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46A0E-A370-C61F-5C6F-869AB14C8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43" y="590062"/>
            <a:ext cx="5309140" cy="2838938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Crowd count using video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DEA44-E965-E18E-FC18-B8C75D91D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044" y="3739764"/>
            <a:ext cx="4517954" cy="1198120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Presented  by-</a:t>
            </a:r>
          </a:p>
          <a:p>
            <a:r>
              <a:rPr lang="en-US" sz="2000">
                <a:solidFill>
                  <a:schemeClr val="bg1"/>
                </a:solidFill>
              </a:rPr>
              <a:t>Dhanush.S</a:t>
            </a:r>
          </a:p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1033" name="!!plus graphic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236" y="1606411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5" name="!!dot graphic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014" y="183570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7" name="!!circle graphic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696" y="2060130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039" name="!!Straight Connector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50520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1" name="Graphic 1040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0836425" y="5436655"/>
            <a:ext cx="151536" cy="151536"/>
          </a:xfrm>
          <a:prstGeom prst="rect">
            <a:avLst/>
          </a:prstGeom>
        </p:spPr>
      </p:pic>
      <p:pic>
        <p:nvPicPr>
          <p:cNvPr id="1043" name="Graphic 1042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1245175" y="5896734"/>
            <a:ext cx="108625" cy="108625"/>
          </a:xfrm>
          <a:prstGeom prst="rect">
            <a:avLst/>
          </a:prstGeom>
        </p:spPr>
      </p:pic>
      <p:pic>
        <p:nvPicPr>
          <p:cNvPr id="1045" name="Graphic 1044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554288" y="6038004"/>
            <a:ext cx="95759" cy="95759"/>
          </a:xfrm>
          <a:prstGeom prst="rect">
            <a:avLst/>
          </a:prstGeom>
        </p:spPr>
      </p:pic>
      <p:pic>
        <p:nvPicPr>
          <p:cNvPr id="1026" name="Picture 2" descr="Infosys Springboard | Bangalore">
            <a:extLst>
              <a:ext uri="{FF2B5EF4-FFF2-40B4-BE49-F238E27FC236}">
                <a16:creationId xmlns:a16="http://schemas.microsoft.com/office/drawing/2014/main" id="{510ACC7C-4E9C-C937-D6DE-7E6FB2BEF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671"/>
          <a:stretch>
            <a:fillRect/>
          </a:stretch>
        </p:blipFill>
        <p:spPr bwMode="auto">
          <a:xfrm>
            <a:off x="6740358" y="1606411"/>
            <a:ext cx="5451642" cy="5251590"/>
          </a:xfrm>
          <a:custGeom>
            <a:avLst/>
            <a:gdLst/>
            <a:ahLst/>
            <a:cxnLst/>
            <a:rect l="l" t="t" r="r" b="b"/>
            <a:pathLst>
              <a:path w="5923214" h="5705857">
                <a:moveTo>
                  <a:pt x="3612238" y="0"/>
                </a:moveTo>
                <a:cubicBezTo>
                  <a:pt x="4485043" y="0"/>
                  <a:pt x="5285549" y="309553"/>
                  <a:pt x="5909957" y="824860"/>
                </a:cubicBezTo>
                <a:lnTo>
                  <a:pt x="5923214" y="836909"/>
                </a:lnTo>
                <a:lnTo>
                  <a:pt x="5923214" y="5705857"/>
                </a:lnTo>
                <a:lnTo>
                  <a:pt x="672237" y="5705857"/>
                </a:lnTo>
                <a:lnTo>
                  <a:pt x="616914" y="5631875"/>
                </a:lnTo>
                <a:cubicBezTo>
                  <a:pt x="227427" y="5055358"/>
                  <a:pt x="0" y="4360357"/>
                  <a:pt x="0" y="3612238"/>
                </a:cubicBezTo>
                <a:cubicBezTo>
                  <a:pt x="0" y="1617255"/>
                  <a:pt x="1617255" y="0"/>
                  <a:pt x="3612238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477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7" name="Rectangle 2096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6136F5-5B3D-FD71-B25C-5F3F5E6E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49" y="597085"/>
            <a:ext cx="6190412" cy="1182927"/>
          </a:xfrm>
        </p:spPr>
        <p:txBody>
          <a:bodyPr anchor="b">
            <a:normAutofit/>
          </a:bodyPr>
          <a:lstStyle/>
          <a:p>
            <a:r>
              <a:rPr lang="en-US" sz="5400" dirty="0"/>
              <a:t>INTRODUCTION </a:t>
            </a:r>
          </a:p>
        </p:txBody>
      </p:sp>
      <p:cxnSp>
        <p:nvCxnSpPr>
          <p:cNvPr id="2099" name="!!Straight Connector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3" name="Content Placeholder 2082">
            <a:extLst>
              <a:ext uri="{FF2B5EF4-FFF2-40B4-BE49-F238E27FC236}">
                <a16:creationId xmlns:a16="http://schemas.microsoft.com/office/drawing/2014/main" id="{674D1E28-7733-1429-762F-A30ADF6D8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185" y="2070656"/>
            <a:ext cx="6190412" cy="3980874"/>
          </a:xfrm>
        </p:spPr>
        <p:txBody>
          <a:bodyPr anchor="t">
            <a:normAutofit/>
          </a:bodyPr>
          <a:lstStyle/>
          <a:p>
            <a:r>
              <a:rPr lang="en-US" sz="1800" b="1" dirty="0"/>
              <a:t>"Crowd Counting using Video Analytics"</a:t>
            </a:r>
            <a:r>
              <a:rPr lang="en-US" sz="1800" dirty="0"/>
              <a:t> is an advanced computer vision project designed to automate the process of estimating the number of people in a specific area using digital images or video feeds. Unlike traditional manual counting, which is prone to human error and inefficiency, this project leverages </a:t>
            </a:r>
            <a:r>
              <a:rPr lang="en-US" sz="1800" b="1" dirty="0"/>
              <a:t>Deep Learning</a:t>
            </a:r>
            <a:r>
              <a:rPr lang="en-US" sz="1800" dirty="0"/>
              <a:t> and </a:t>
            </a:r>
            <a:r>
              <a:rPr lang="en-US" sz="1800" b="1" dirty="0"/>
              <a:t>Artificial Intelligence</a:t>
            </a:r>
            <a:r>
              <a:rPr lang="en-US" sz="1800" dirty="0"/>
              <a:t> to analyze visual data in real-time.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At its core, the system utilizes specialized algorithms—such as </a:t>
            </a:r>
            <a:r>
              <a:rPr lang="en-US" sz="1800" b="1" dirty="0"/>
              <a:t>Convolutional Neural Networks (CNNs)</a:t>
            </a:r>
            <a:r>
              <a:rPr lang="en-US" sz="1800" dirty="0"/>
              <a:t>—to detect human features and generate density maps.</a:t>
            </a:r>
          </a:p>
        </p:txBody>
      </p:sp>
      <p:pic>
        <p:nvPicPr>
          <p:cNvPr id="2058" name="Picture 10" descr="Crowd Unrecognisable People Crossing Street On Stock Photo 2107119431 |  Shutterstock">
            <a:extLst>
              <a:ext uri="{FF2B5EF4-FFF2-40B4-BE49-F238E27FC236}">
                <a16:creationId xmlns:a16="http://schemas.microsoft.com/office/drawing/2014/main" id="{1E9834BC-745E-CE0C-1B5B-CF59F165E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1" r="15766" b="3"/>
          <a:stretch>
            <a:fillRect/>
          </a:stretch>
        </p:blipFill>
        <p:spPr bwMode="auto">
          <a:xfrm>
            <a:off x="7451965" y="1665519"/>
            <a:ext cx="4267645" cy="4267645"/>
          </a:xfrm>
          <a:custGeom>
            <a:avLst/>
            <a:gdLst/>
            <a:ahLst/>
            <a:cxnLst/>
            <a:rect l="l" t="t" r="r" b="b"/>
            <a:pathLst>
              <a:path w="2457864" h="2457864">
                <a:moveTo>
                  <a:pt x="1228932" y="0"/>
                </a:moveTo>
                <a:cubicBezTo>
                  <a:pt x="1907652" y="0"/>
                  <a:pt x="2457864" y="550212"/>
                  <a:pt x="2457864" y="1228932"/>
                </a:cubicBezTo>
                <a:cubicBezTo>
                  <a:pt x="2457864" y="1907652"/>
                  <a:pt x="1907652" y="2457864"/>
                  <a:pt x="1228932" y="2457864"/>
                </a:cubicBezTo>
                <a:cubicBezTo>
                  <a:pt x="550212" y="2457864"/>
                  <a:pt x="0" y="1907652"/>
                  <a:pt x="0" y="1228932"/>
                </a:cubicBezTo>
                <a:cubicBezTo>
                  <a:pt x="0" y="550212"/>
                  <a:pt x="550212" y="0"/>
                  <a:pt x="122893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09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11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7D7F-295A-8943-4740-5D130AA8C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027FE1D-5535-609C-F92A-606B6844CD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20840"/>
            <a:ext cx="1101782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 of Occlusion: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Traditional sensors and basic motion detection often fail when people overlap or stand behind objects, resulting in undercounting.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High Labor Costs</a:t>
            </a:r>
            <a:r>
              <a:rPr lang="en-US" sz="1800" b="1" dirty="0"/>
              <a:t>:</a:t>
            </a:r>
            <a:r>
              <a:rPr lang="en-US" sz="1800" dirty="0"/>
              <a:t> Continuous monitoring of CCTV feeds for crowd management is labor-intensive and expensive for large venues or public spaces.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 Fragmentation</a:t>
            </a:r>
            <a:r>
              <a:rPr lang="en-US" sz="1800" b="1" dirty="0"/>
              <a:t>:</a:t>
            </a:r>
            <a:r>
              <a:rPr lang="en-US" sz="1800" dirty="0"/>
              <a:t> Without automated video analytics, there is no way to store and analyze long-term crowd trends for urban planning or retail optimization.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Traditional crowd counting: I</a:t>
            </a:r>
            <a:r>
              <a:rPr lang="en-US" sz="1800" dirty="0"/>
              <a:t>nvolves manual methods like Jacobs' grid (dividing areas, averaging density, multiplying) or simple counting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37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EDD70-2A40-BC42-9F90-DB25935B4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76" y="1182136"/>
            <a:ext cx="6155988" cy="1182927"/>
          </a:xfrm>
        </p:spPr>
        <p:txBody>
          <a:bodyPr anchor="b">
            <a:normAutofit/>
          </a:bodyPr>
          <a:lstStyle/>
          <a:p>
            <a:r>
              <a:rPr lang="en-US" sz="5400" dirty="0"/>
              <a:t>ADVANTAGES</a:t>
            </a:r>
          </a:p>
        </p:txBody>
      </p: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111" name="Content Placeholder 2">
            <a:extLst>
              <a:ext uri="{FF2B5EF4-FFF2-40B4-BE49-F238E27FC236}">
                <a16:creationId xmlns:a16="http://schemas.microsoft.com/office/drawing/2014/main" id="{455ED4DC-653B-A3C9-23F5-50EB07B6EC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3776" y="2829330"/>
          <a:ext cx="6190412" cy="3344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Object detection based crowd counting | Download Scientific Diagram">
            <a:extLst>
              <a:ext uri="{FF2B5EF4-FFF2-40B4-BE49-F238E27FC236}">
                <a16:creationId xmlns:a16="http://schemas.microsoft.com/office/drawing/2014/main" id="{784275A3-3942-70DF-F4DF-AF9645596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72653" y="2365063"/>
            <a:ext cx="3548404" cy="2780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0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01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796E7-4E44-E481-D1C4-A680C1CED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4000"/>
              <a:t>TECHNOLOGY 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700B13-1DAB-3338-DAA1-23D16FEB40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12459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225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2FF6AC-C8F0-7EA3-BABF-9747B2EE0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679405"/>
            <a:ext cx="5911044" cy="1654380"/>
          </a:xfrm>
        </p:spPr>
        <p:txBody>
          <a:bodyPr anchor="b">
            <a:normAutofit/>
          </a:bodyPr>
          <a:lstStyle/>
          <a:p>
            <a:r>
              <a:rPr lang="en-US" sz="5400" dirty="0"/>
              <a:t>ARCHITECTURE DIAGRAM</a:t>
            </a:r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Image">
            <a:extLst>
              <a:ext uri="{FF2B5EF4-FFF2-40B4-BE49-F238E27FC236}">
                <a16:creationId xmlns:a16="http://schemas.microsoft.com/office/drawing/2014/main" id="{CA879694-65E1-AD69-A768-F5DDAC3D8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9833" y="299509"/>
            <a:ext cx="4960244" cy="625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269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6F6053-ACCC-92EF-7D72-669839123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n-US" sz="5400" dirty="0"/>
              <a:t>HOW IT WORKS ?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452635-344A-DCD0-984A-E1C3C7B38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818188"/>
            <a:ext cx="5221625" cy="5221625"/>
          </a:xfrm>
          <a:prstGeom prst="rect">
            <a:avLst/>
          </a:prstGeom>
        </p:spPr>
      </p:pic>
      <p:sp>
        <p:nvSpPr>
          <p:cNvPr id="13" name="Rectangle 15">
            <a:extLst>
              <a:ext uri="{FF2B5EF4-FFF2-40B4-BE49-F238E27FC236}">
                <a16:creationId xmlns:a16="http://schemas.microsoft.com/office/drawing/2014/main" id="{85B58FA9-0854-ED7B-EFDB-206DAFD944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92583" y="2645922"/>
            <a:ext cx="4434721" cy="37104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 uploads a video or starts a webcam feed via the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interface.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Process: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OpenCV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extracts frames and sends them to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YOLOv8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model for detection.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Count Logic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Your Python script calculates the number of detections.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Sync: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final count is pushed to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Firebase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via 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firebase-admin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</a:rPr>
              <a:t> SDK.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pulls the latest data from Firebase to display a live line graph showing crowd trends over time.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8" descr="Image of ">
            <a:extLst>
              <a:ext uri="{FF2B5EF4-FFF2-40B4-BE49-F238E27FC236}">
                <a16:creationId xmlns:a16="http://schemas.microsoft.com/office/drawing/2014/main" id="{08FA124E-E442-9ECE-19CC-571AD17036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846118"/>
            <a:ext cx="1735282" cy="1735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2">
            <a:extLst>
              <a:ext uri="{FF2B5EF4-FFF2-40B4-BE49-F238E27FC236}">
                <a16:creationId xmlns:a16="http://schemas.microsoft.com/office/drawing/2014/main" id="{507E089D-31F1-EB1D-AE04-D0B7AACBF4F0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8478982" y="3018559"/>
            <a:ext cx="2663536" cy="266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47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7F47-75C1-3EAD-89FB-4EBE6DC4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485863-7CB6-8B7D-9923-21A68A3E6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16" y="1446028"/>
            <a:ext cx="10205484" cy="4730935"/>
          </a:xfrm>
        </p:spPr>
      </p:pic>
    </p:spTree>
    <p:extLst>
      <p:ext uri="{BB962C8B-B14F-4D97-AF65-F5344CB8AC3E}">
        <p14:creationId xmlns:p14="http://schemas.microsoft.com/office/powerpoint/2010/main" val="288440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53C1207-D1C8-49E3-8837-E2B89D366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96456C7-B33A-DB82-13B1-372A0FD161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02" b="1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53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3C1207-D1C8-49E3-8837-E2B89D366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EC6882-2D39-4F4A-9776-C613785AF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54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510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68F3D7-43D0-E8F6-548A-3B532106B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70" y="1006917"/>
            <a:ext cx="531333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45038-F03D-731D-EA48-DD1B9F816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201" y="125725"/>
            <a:ext cx="5042782" cy="3303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4C3963-C61F-884F-27CA-BCFA13EC06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741" y="3452738"/>
            <a:ext cx="5865702" cy="327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58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3C1207-D1C8-49E3-8837-E2B89D366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69C6F0-DC17-4371-FD37-74FDC5528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" r="21743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9ADA25-078F-42AB-B92D-4535AA444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1676400" y="-87137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57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CDBF2F9D-983F-4E90-827D-5A23216D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638E3-35FD-7328-DD72-C4E3A061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617" y="381935"/>
            <a:ext cx="5366040" cy="2344840"/>
          </a:xfrm>
        </p:spPr>
        <p:txBody>
          <a:bodyPr anchor="b">
            <a:normAutofit/>
          </a:bodyPr>
          <a:lstStyle/>
          <a:p>
            <a:r>
              <a:rPr lang="en-US" sz="5600"/>
              <a:t>CONCLUSION</a:t>
            </a:r>
          </a:p>
        </p:txBody>
      </p:sp>
      <p:sp>
        <p:nvSpPr>
          <p:cNvPr id="717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9609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4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7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6116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4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81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2748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4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170" name="Picture 2" descr="Crowd Vectors - Download Free High ...">
            <a:extLst>
              <a:ext uri="{FF2B5EF4-FFF2-40B4-BE49-F238E27FC236}">
                <a16:creationId xmlns:a16="http://schemas.microsoft.com/office/drawing/2014/main" id="{3CFE618D-E99E-3415-9B03-37E658CB9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6" r="19385" b="2"/>
          <a:stretch>
            <a:fillRect/>
          </a:stretch>
        </p:blipFill>
        <p:spPr bwMode="auto">
          <a:xfrm>
            <a:off x="838200" y="1829682"/>
            <a:ext cx="4302904" cy="4302904"/>
          </a:xfrm>
          <a:custGeom>
            <a:avLst/>
            <a:gdLst/>
            <a:ahLst/>
            <a:cxnLst/>
            <a:rect l="l" t="t" r="r" b="b"/>
            <a:pathLst>
              <a:path w="2242226" h="2242226">
                <a:moveTo>
                  <a:pt x="1121113" y="0"/>
                </a:moveTo>
                <a:cubicBezTo>
                  <a:pt x="1740287" y="0"/>
                  <a:pt x="2242226" y="501939"/>
                  <a:pt x="2242226" y="1121113"/>
                </a:cubicBezTo>
                <a:cubicBezTo>
                  <a:pt x="2242226" y="1740287"/>
                  <a:pt x="1740287" y="2242226"/>
                  <a:pt x="1121113" y="2242226"/>
                </a:cubicBezTo>
                <a:cubicBezTo>
                  <a:pt x="501939" y="2242226"/>
                  <a:pt x="0" y="1740287"/>
                  <a:pt x="0" y="1121113"/>
                </a:cubicBezTo>
                <a:cubicBezTo>
                  <a:pt x="0" y="501939"/>
                  <a:pt x="501939" y="0"/>
                  <a:pt x="112111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1908C-5051-40F9-80E6-39A8F86C7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6617" y="3175552"/>
            <a:ext cx="5366041" cy="280911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/>
              <a:t>This project successfully demonstrates the integration of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YOLOv8</a:t>
            </a:r>
            <a:r>
              <a:rPr lang="en-US" sz="1800"/>
              <a:t> for high-precision object detection with a scalable cloud backend using Firebase. By utilizing Streamlit, we created an accessible interface that bridges the gap between complex deep-learning models and end-user requirements. The system achieves real-time processing speeds, proving that AI-driven video analytics is a viable and efficient alternative to traditional manual crowd monitoring.</a:t>
            </a:r>
          </a:p>
        </p:txBody>
      </p:sp>
      <p:cxnSp>
        <p:nvCxnSpPr>
          <p:cNvPr id="7189" name="Straight Connector 718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68377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463437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Gradient</Template>
  <TotalTime>2753</TotalTime>
  <Words>467</Words>
  <Application>Microsoft Office PowerPoint</Application>
  <PresentationFormat>Widescreen</PresentationFormat>
  <Paragraphs>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Unicode MS</vt:lpstr>
      <vt:lpstr>Univers</vt:lpstr>
      <vt:lpstr>GradientVTI</vt:lpstr>
      <vt:lpstr>Crowd count using video analytics</vt:lpstr>
      <vt:lpstr>INTRODUCTION </vt:lpstr>
      <vt:lpstr>Problem Statement</vt:lpstr>
      <vt:lpstr>ADVANTAGES</vt:lpstr>
      <vt:lpstr>TECHNOLOGY STACK</vt:lpstr>
      <vt:lpstr>ARCHITECTURE DIAGRAM</vt:lpstr>
      <vt:lpstr>HOW IT WORKS ?</vt:lpstr>
      <vt:lpstr>OUTPUTS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S</dc:creator>
  <cp:lastModifiedBy>Dhanush S</cp:lastModifiedBy>
  <cp:revision>1</cp:revision>
  <dcterms:created xsi:type="dcterms:W3CDTF">2026-01-17T14:16:42Z</dcterms:created>
  <dcterms:modified xsi:type="dcterms:W3CDTF">2026-01-19T12:09:50Z</dcterms:modified>
</cp:coreProperties>
</file>