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AFAB3-3DD1-48A5-BB9E-88A85957BD59}" v="21" dt="2026-03-24T09:46:41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26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53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22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4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96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6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14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19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7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37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53212-D7A4-4952-B7D8-AA5ED9106BF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3010F-AC69-4B2A-A059-DA3BBAE5D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93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38C9321-0D22-B738-6167-CDC1E5FDAD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2485" y="3134640"/>
            <a:ext cx="9144000" cy="335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College Name-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604FCBE-CA3D-27CB-CB96-D2DFA1133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77940A-D1EF-7173-0F8C-5A768ED5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0"/>
            <a:ext cx="12061371" cy="17279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496C4DB-8652-E793-29CE-C7D80A0A72F5}"/>
              </a:ext>
            </a:extLst>
          </p:cNvPr>
          <p:cNvSpPr txBox="1"/>
          <p:nvPr/>
        </p:nvSpPr>
        <p:spPr>
          <a:xfrm>
            <a:off x="2823480" y="1718866"/>
            <a:ext cx="7336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DEPARTMENT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37C333-EF36-A9B3-04B0-0BDF06A689D7}"/>
              </a:ext>
            </a:extLst>
          </p:cNvPr>
          <p:cNvSpPr txBox="1"/>
          <p:nvPr/>
        </p:nvSpPr>
        <p:spPr>
          <a:xfrm>
            <a:off x="5572123" y="2170392"/>
            <a:ext cx="1839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ORAGANIZES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5FEEB-4E32-93C2-D118-087F0AD95FC9}"/>
              </a:ext>
            </a:extLst>
          </p:cNvPr>
          <p:cNvSpPr txBox="1"/>
          <p:nvPr/>
        </p:nvSpPr>
        <p:spPr>
          <a:xfrm>
            <a:off x="3827687" y="2514545"/>
            <a:ext cx="53285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HACKATHON 2K26</a:t>
            </a:r>
            <a:endParaRPr lang="en-IN" sz="4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DCD86A9-18E4-302D-76E6-B46B5A6658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050" y="2935293"/>
            <a:ext cx="5921828" cy="39478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67D608-0D26-688D-990C-9FD1D83DD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25062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6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D488BC5A-EB60-68DF-D9B0-6795C0695732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1981200" y="2193470"/>
            <a:ext cx="10297885" cy="180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3C7BB4-1AF6-77B5-08D8-388C877BD5AE}"/>
              </a:ext>
            </a:extLst>
          </p:cNvPr>
          <p:cNvSpPr txBox="1"/>
          <p:nvPr/>
        </p:nvSpPr>
        <p:spPr>
          <a:xfrm>
            <a:off x="3967842" y="791962"/>
            <a:ext cx="4256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lang="en-IN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4822B-DCFD-C823-37FF-05E736DEE68F}"/>
              </a:ext>
            </a:extLst>
          </p:cNvPr>
          <p:cNvSpPr/>
          <p:nvPr/>
        </p:nvSpPr>
        <p:spPr>
          <a:xfrm>
            <a:off x="1627414" y="2193470"/>
            <a:ext cx="8697685" cy="24928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2774FB-3CE8-7628-8F5F-C95D1BD5D9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5" y="1715292"/>
            <a:ext cx="5921828" cy="394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73FD14-242F-4AC2-D1C9-2B29F1819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25062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1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5CC02AC9-6B69-162D-2E4D-F5EAF147F45B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1676400" y="2235200"/>
            <a:ext cx="9144000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8E8C5-7593-8C6C-C40C-4FF4F32B52DC}"/>
              </a:ext>
            </a:extLst>
          </p:cNvPr>
          <p:cNvSpPr txBox="1"/>
          <p:nvPr/>
        </p:nvSpPr>
        <p:spPr>
          <a:xfrm>
            <a:off x="2939142" y="566448"/>
            <a:ext cx="7260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TECHNOLOGY</a:t>
            </a: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</a:t>
            </a:r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USED</a:t>
            </a:r>
            <a:endParaRPr lang="en-IN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64AE38-C895-F295-7A8E-843C2CC8F2EB}"/>
              </a:ext>
            </a:extLst>
          </p:cNvPr>
          <p:cNvSpPr/>
          <p:nvPr/>
        </p:nvSpPr>
        <p:spPr>
          <a:xfrm>
            <a:off x="1545772" y="2547257"/>
            <a:ext cx="9503228" cy="24928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7856F4-AE52-DEC9-21D0-19F33965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6" y="1455057"/>
            <a:ext cx="5921828" cy="394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9788D6-3E49-4322-A119-ECCE370FB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14176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1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A258C7A8-8BCD-C9BF-4114-FA5F7FCB8EE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2249626" y="2873905"/>
            <a:ext cx="1101634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D9EBD-ED6A-B88F-D5D3-1E0ED8C2821D}"/>
              </a:ext>
            </a:extLst>
          </p:cNvPr>
          <p:cNvSpPr txBox="1"/>
          <p:nvPr/>
        </p:nvSpPr>
        <p:spPr>
          <a:xfrm>
            <a:off x="3068968" y="577334"/>
            <a:ext cx="10297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</a:t>
            </a:r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 VIABILITY</a:t>
            </a:r>
            <a:endParaRPr lang="en-IN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EA132E-A0F5-0F8B-B718-53A2C90946C3}"/>
              </a:ext>
            </a:extLst>
          </p:cNvPr>
          <p:cNvSpPr/>
          <p:nvPr/>
        </p:nvSpPr>
        <p:spPr>
          <a:xfrm>
            <a:off x="2001379" y="2604180"/>
            <a:ext cx="8697685" cy="24928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CCB067-B485-B779-03D7-C13D11F282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307" y="1362971"/>
            <a:ext cx="5921828" cy="394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04168-48CA-CC7B-B159-619450725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14176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8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9F14D820-49F1-4445-9A2D-C3EA342AE62B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1807029" y="2996609"/>
            <a:ext cx="9144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1736B-89EF-D52C-795D-82207B8AA15A}"/>
              </a:ext>
            </a:extLst>
          </p:cNvPr>
          <p:cNvSpPr txBox="1"/>
          <p:nvPr/>
        </p:nvSpPr>
        <p:spPr>
          <a:xfrm>
            <a:off x="2460171" y="51202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4D013-7D0C-C181-B2DA-F433EE07AA0A}"/>
              </a:ext>
            </a:extLst>
          </p:cNvPr>
          <p:cNvSpPr/>
          <p:nvPr/>
        </p:nvSpPr>
        <p:spPr>
          <a:xfrm>
            <a:off x="1545772" y="2547257"/>
            <a:ext cx="8697685" cy="24928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8A3874-CE22-6B0B-05E4-811315DA9A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792" y="1455057"/>
            <a:ext cx="5921828" cy="394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E05EAB-D6A5-D8F3-013C-E45F1F034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35948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13984439-19C0-4C2D-1A15-6ACFB6F6EDBE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1855616" y="1481060"/>
            <a:ext cx="9144000" cy="238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ECBF2-F815-CEB2-BB06-61F76F9667CB}"/>
              </a:ext>
            </a:extLst>
          </p:cNvPr>
          <p:cNvSpPr txBox="1"/>
          <p:nvPr/>
        </p:nvSpPr>
        <p:spPr>
          <a:xfrm>
            <a:off x="2357421" y="458323"/>
            <a:ext cx="11321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BAF44-3071-3299-228B-344463C1B451}"/>
              </a:ext>
            </a:extLst>
          </p:cNvPr>
          <p:cNvSpPr/>
          <p:nvPr/>
        </p:nvSpPr>
        <p:spPr>
          <a:xfrm>
            <a:off x="1747157" y="2531216"/>
            <a:ext cx="8697685" cy="24928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D30DEF-E8C1-5195-2A44-8E09BFA756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702" y="1664054"/>
            <a:ext cx="5921828" cy="394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34CCF9-BFF2-C6B1-88AE-EA0671F83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315" y="6014176"/>
            <a:ext cx="1265736" cy="8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4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120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  Detailed explanation of the proposed solution How it addresses the problem Innovation and uniqueness of the solution </vt:lpstr>
      <vt:lpstr>Technologies to be used (e.g. programming languages, frameworks, hardware) Methodology and process for implementation (Flow Charts/Images/ working prototype)</vt:lpstr>
      <vt:lpstr>Analysis of the feasibility of the idea Potential challenges and risks Strategies for overcoming these challenges</vt:lpstr>
      <vt:lpstr>Potential impact on the target audience Benefits of the solution (social, economic, environmental, etc.)</vt:lpstr>
      <vt:lpstr>Details / Links of the reference and research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 MALARAVAN</dc:creator>
  <cp:lastModifiedBy>PON MALARAVAN</cp:lastModifiedBy>
  <cp:revision>4</cp:revision>
  <dcterms:created xsi:type="dcterms:W3CDTF">2026-03-24T06:06:06Z</dcterms:created>
  <dcterms:modified xsi:type="dcterms:W3CDTF">2026-03-24T09:47:16Z</dcterms:modified>
</cp:coreProperties>
</file>